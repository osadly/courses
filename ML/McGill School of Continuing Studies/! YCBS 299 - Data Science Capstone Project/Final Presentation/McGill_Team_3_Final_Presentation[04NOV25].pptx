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5143500" type="screen16x9"/>
  <p:notesSz cx="6858000" cy="9144000"/>
  <p:embeddedFontLst>
    <p:embeddedFont>
      <p:font typeface="Average" panose="020B0604020202020204" charset="0"/>
      <p:regular r:id="rId24"/>
    </p:embeddedFont>
    <p:embeddedFont>
      <p:font typeface="Oswald" panose="00000500000000000000" pitchFamily="2" charset="0"/>
      <p:regular r:id="rId25"/>
      <p:bold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1" roundtripDataSignature="AMtx7mgGDr8hbzG5FWA+HgFtqO+1tTRA2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CDCA4C0-3DEF-4BD4-8067-5ED2A27C25F8}">
  <a:tblStyle styleId="{6CDCA4C0-3DEF-4BD4-8067-5ED2A27C25F8}"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8" d="100"/>
          <a:sy n="138" d="100"/>
        </p:scale>
        <p:origin x="300" y="8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1pPr>
            <a:lvl2pPr marL="914400" marR="0" lvl="1"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2pPr>
            <a:lvl3pPr marL="1371600" marR="0" lvl="2"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3pPr>
            <a:lvl4pPr marL="1828800" marR="0" lvl="3"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4pPr>
            <a:lvl5pPr marL="2286000" marR="0" lvl="4"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5pPr>
            <a:lvl6pPr marL="2743200" marR="0" lvl="5"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6pPr>
            <a:lvl7pPr marL="3200400" marR="0" lvl="6"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7pPr>
            <a:lvl8pPr marL="3657600" marR="0" lvl="7"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8pPr>
            <a:lvl9pPr marL="4114800" marR="0" lvl="8"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7" name="Google Shape;57;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r>
              <a:rPr lang="fr"/>
              <a:t>Ekue</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5" name="Google Shape;65;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r>
              <a:rPr lang="fr"/>
              <a:t>Ekue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3" name="Google Shape;83;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r>
              <a:rPr lang="fr"/>
              <a:t>Ekue</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9" name="Google Shape;89;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r>
              <a:rPr lang="fr"/>
              <a:t>Ekue</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5" name="Google Shape;95;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r>
              <a:rPr lang="fr"/>
              <a:t>Ekue</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3a04b84dd6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2" name="Google Shape;102;g3a04b84dd63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r>
              <a:rPr lang="fr"/>
              <a:t>Ekue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a04b84dd63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9" name="Google Shape;109;g3a04b84dd63_0_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r>
              <a:rPr lang="fr"/>
              <a:t>Ekue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6" name="Google Shape;116;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r>
              <a:rPr lang="fr"/>
              <a:t>Ekue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2" name="Google Shape;122;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r>
              <a:rPr lang="fr"/>
              <a:t>Sam</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2" name="Google Shape;132;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r>
              <a:rPr lang="fr"/>
              <a:t>Sam</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9c4263f7e9_2_36: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9" name="Google Shape;139;g39c4263f7e9_2_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r>
              <a:rPr lang="fr"/>
              <a:t>Sam</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a04b84dd63_0_20: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8" name="Google Shape;148;g3a04b84dd63_0_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9c4444c0f4_2_0: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 name="Google Shape;166;g39c4444c0f4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39c4444c0f4_1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2" name="Google Shape;172;g39c4444c0f4_1_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3a068c46347_3_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9" name="Google Shape;179;g3a068c46347_3_5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5" name="Google Shape;185;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b="1"/>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3a04b84dd63_0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1" name="Google Shape;191;g3a04b84dd63_0_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b="1"/>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3a04b84dd63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8" name="Google Shape;198;g3a04b84dd63_0_6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fr" sz="1400" b="1">
                <a:solidFill>
                  <a:schemeClr val="dk1"/>
                </a:solidFill>
              </a:rPr>
              <a:t>Dynamic Inspection Prioritization</a:t>
            </a:r>
            <a:r>
              <a:rPr lang="fr" sz="1400">
                <a:solidFill>
                  <a:schemeClr val="dk1"/>
                </a:solidFill>
              </a:rPr>
              <a:t>: Use model outputs to schedule inspections more frequently in</a:t>
            </a:r>
            <a:endParaRPr sz="1400">
              <a:solidFill>
                <a:schemeClr val="dk1"/>
              </a:solidFill>
            </a:endParaRPr>
          </a:p>
          <a:p>
            <a:pPr marL="0" lvl="0" indent="0" algn="l" rtl="0">
              <a:spcBef>
                <a:spcPts val="0"/>
              </a:spcBef>
              <a:spcAft>
                <a:spcPts val="0"/>
              </a:spcAft>
              <a:buClr>
                <a:schemeClr val="dk1"/>
              </a:buClr>
              <a:buSzPts val="1100"/>
              <a:buFont typeface="Arial"/>
              <a:buNone/>
            </a:pPr>
            <a:r>
              <a:rPr lang="fr" sz="1400">
                <a:solidFill>
                  <a:schemeClr val="dk1"/>
                </a:solidFill>
              </a:rPr>
              <a:t>high-risk areas, updating the priority zones monthly/quarterly based on new data and model retraining</a:t>
            </a:r>
            <a:endParaRPr sz="1400">
              <a:solidFill>
                <a:schemeClr val="dk1"/>
              </a:solidFill>
            </a:endParaRPr>
          </a:p>
          <a:p>
            <a:pPr marL="0" lvl="0" indent="0" algn="l" rtl="0">
              <a:spcBef>
                <a:spcPts val="0"/>
              </a:spcBef>
              <a:spcAft>
                <a:spcPts val="0"/>
              </a:spcAft>
              <a:buClr>
                <a:schemeClr val="dk1"/>
              </a:buClr>
              <a:buSzPts val="1100"/>
              <a:buFont typeface="Arial"/>
              <a:buNone/>
            </a:pPr>
            <a:r>
              <a:rPr lang="fr" sz="1400">
                <a:solidFill>
                  <a:schemeClr val="dk1"/>
                </a:solidFill>
              </a:rPr>
              <a:t>results.</a:t>
            </a:r>
            <a:endParaRPr sz="1400">
              <a:solidFill>
                <a:schemeClr val="dk1"/>
              </a:solidFill>
            </a:endParaRPr>
          </a:p>
          <a:p>
            <a:pPr marL="0" lvl="0" indent="0" algn="l" rtl="0">
              <a:spcBef>
                <a:spcPts val="0"/>
              </a:spcBef>
              <a:spcAft>
                <a:spcPts val="0"/>
              </a:spcAft>
              <a:buClr>
                <a:schemeClr val="dk1"/>
              </a:buClr>
              <a:buSzPts val="1100"/>
              <a:buFont typeface="Arial"/>
              <a:buNone/>
            </a:pPr>
            <a:endParaRPr sz="1400">
              <a:solidFill>
                <a:schemeClr val="dk1"/>
              </a:solidFill>
            </a:endParaRPr>
          </a:p>
          <a:p>
            <a:pPr marL="0" lvl="0" indent="0" algn="l" rtl="0">
              <a:spcBef>
                <a:spcPts val="0"/>
              </a:spcBef>
              <a:spcAft>
                <a:spcPts val="0"/>
              </a:spcAft>
              <a:buClr>
                <a:schemeClr val="dk1"/>
              </a:buClr>
              <a:buSzPts val="1100"/>
              <a:buFont typeface="Arial"/>
              <a:buNone/>
            </a:pPr>
            <a:r>
              <a:rPr lang="fr" sz="1400">
                <a:solidFill>
                  <a:schemeClr val="dk1"/>
                </a:solidFill>
              </a:rPr>
              <a:t>2. </a:t>
            </a:r>
            <a:r>
              <a:rPr lang="fr" sz="1400" b="1">
                <a:solidFill>
                  <a:schemeClr val="dk1"/>
                </a:solidFill>
              </a:rPr>
              <a:t>Regular Model Maintenance Cycle</a:t>
            </a:r>
            <a:r>
              <a:rPr lang="fr" sz="1400">
                <a:solidFill>
                  <a:schemeClr val="dk1"/>
                </a:solidFill>
              </a:rPr>
              <a:t>: Establish a maintenance schedule that includes periodic retraining,</a:t>
            </a:r>
            <a:endParaRPr sz="1400">
              <a:solidFill>
                <a:schemeClr val="dk1"/>
              </a:solidFill>
            </a:endParaRPr>
          </a:p>
          <a:p>
            <a:pPr marL="0" lvl="0" indent="0" algn="l" rtl="0">
              <a:spcBef>
                <a:spcPts val="0"/>
              </a:spcBef>
              <a:spcAft>
                <a:spcPts val="0"/>
              </a:spcAft>
              <a:buClr>
                <a:schemeClr val="dk1"/>
              </a:buClr>
              <a:buSzPts val="1100"/>
              <a:buFont typeface="Arial"/>
              <a:buNone/>
            </a:pPr>
            <a:r>
              <a:rPr lang="fr" sz="1400">
                <a:solidFill>
                  <a:schemeClr val="dk1"/>
                </a:solidFill>
              </a:rPr>
              <a:t>feature updates, and performance monitoring (e.g., tracking AUC, recall, and precision drift) to ensure</a:t>
            </a:r>
            <a:endParaRPr sz="1400">
              <a:solidFill>
                <a:schemeClr val="dk1"/>
              </a:solidFill>
            </a:endParaRPr>
          </a:p>
          <a:p>
            <a:pPr marL="0" lvl="0" indent="0" algn="l" rtl="0">
              <a:spcBef>
                <a:spcPts val="0"/>
              </a:spcBef>
              <a:spcAft>
                <a:spcPts val="0"/>
              </a:spcAft>
              <a:buClr>
                <a:schemeClr val="dk1"/>
              </a:buClr>
              <a:buSzPts val="1100"/>
              <a:buFont typeface="Arial"/>
              <a:buNone/>
            </a:pPr>
            <a:r>
              <a:rPr lang="fr" sz="1400">
                <a:solidFill>
                  <a:schemeClr val="dk1"/>
                </a:solidFill>
              </a:rPr>
              <a:t>continued accuracy over time.</a:t>
            </a:r>
            <a:endParaRPr sz="1400">
              <a:solidFill>
                <a:schemeClr val="dk1"/>
              </a:solidFill>
            </a:endParaRPr>
          </a:p>
          <a:p>
            <a:pPr marL="0" lvl="0" indent="0" algn="l" rtl="0">
              <a:lnSpc>
                <a:spcPct val="100000"/>
              </a:lnSpc>
              <a:spcBef>
                <a:spcPts val="0"/>
              </a:spcBef>
              <a:spcAft>
                <a:spcPts val="0"/>
              </a:spcAft>
              <a:buSzPts val="1400"/>
              <a:buNone/>
            </a:pPr>
            <a:endParaRPr b="1"/>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3a068c46347_2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6" name="Google Shape;206;g3a068c46347_2_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b="1"/>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3a068c46347_2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4" name="Google Shape;214;g3a068c46347_2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b="1"/>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0" name="Google Shape;220;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grpSp>
        <p:nvGrpSpPr>
          <p:cNvPr id="10" name="Google Shape;10;p19"/>
          <p:cNvGrpSpPr/>
          <p:nvPr/>
        </p:nvGrpSpPr>
        <p:grpSpPr>
          <a:xfrm>
            <a:off x="4350277" y="2855378"/>
            <a:ext cx="443589" cy="105632"/>
            <a:chOff x="4137525" y="2915950"/>
            <a:chExt cx="869100" cy="207000"/>
          </a:xfrm>
        </p:grpSpPr>
        <p:sp>
          <p:nvSpPr>
            <p:cNvPr id="11" name="Google Shape;11;p19"/>
            <p:cNvSpPr/>
            <p:nvPr/>
          </p:nvSpPr>
          <p:spPr>
            <a:xfrm>
              <a:off x="4468575" y="2915950"/>
              <a:ext cx="207000" cy="20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 name="Google Shape;12;p19"/>
            <p:cNvSpPr/>
            <p:nvPr/>
          </p:nvSpPr>
          <p:spPr>
            <a:xfrm>
              <a:off x="4799625" y="2915950"/>
              <a:ext cx="207000" cy="20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p19"/>
            <p:cNvSpPr/>
            <p:nvPr/>
          </p:nvSpPr>
          <p:spPr>
            <a:xfrm>
              <a:off x="4137525" y="2915950"/>
              <a:ext cx="207000" cy="20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4" name="Google Shape;14;p19"/>
          <p:cNvSpPr txBox="1">
            <a:spLocks noGrp="1"/>
          </p:cNvSpPr>
          <p:nvPr>
            <p:ph type="ctrTitle"/>
          </p:nvPr>
        </p:nvSpPr>
        <p:spPr>
          <a:xfrm>
            <a:off x="671258" y="990800"/>
            <a:ext cx="7801500" cy="17301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a:endParaRPr/>
          </a:p>
        </p:txBody>
      </p:sp>
      <p:sp>
        <p:nvSpPr>
          <p:cNvPr id="15" name="Google Shape;15;p19"/>
          <p:cNvSpPr txBox="1">
            <a:spLocks noGrp="1"/>
          </p:cNvSpPr>
          <p:nvPr>
            <p:ph type="subTitle" idx="1"/>
          </p:nvPr>
        </p:nvSpPr>
        <p:spPr>
          <a:xfrm>
            <a:off x="671250" y="3174876"/>
            <a:ext cx="7801500" cy="792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16" name="Google Shape;16;p19"/>
          <p:cNvSpPr txBox="1">
            <a:spLocks noGrp="1"/>
          </p:cNvSpPr>
          <p:nvPr>
            <p:ph type="sldNum" idx="12"/>
          </p:nvPr>
        </p:nvSpPr>
        <p:spPr>
          <a:xfrm>
            <a:off x="8490250" y="4681009"/>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9pPr>
          </a:lstStyle>
          <a:p>
            <a:pPr marL="0" lvl="0" indent="0" algn="r" rtl="0">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7"/>
        <p:cNvGrpSpPr/>
        <p:nvPr/>
      </p:nvGrpSpPr>
      <p:grpSpPr>
        <a:xfrm>
          <a:off x="0" y="0"/>
          <a:ext cx="0" cy="0"/>
          <a:chOff x="0" y="0"/>
          <a:chExt cx="0" cy="0"/>
        </a:xfrm>
      </p:grpSpPr>
      <p:sp>
        <p:nvSpPr>
          <p:cNvPr id="18" name="Google Shape;18;p20"/>
          <p:cNvSpPr txBox="1">
            <a:spLocks noGrp="1"/>
          </p:cNvSpPr>
          <p:nvPr>
            <p:ph type="sldNum" idx="12"/>
          </p:nvPr>
        </p:nvSpPr>
        <p:spPr>
          <a:xfrm>
            <a:off x="8490250" y="4681009"/>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9pPr>
          </a:lstStyle>
          <a:p>
            <a:pPr marL="0" lvl="0" indent="0" algn="r" rtl="0">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sp>
        <p:nvSpPr>
          <p:cNvPr id="20" name="Google Shape;20;p2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21" name="Google Shape;21;p2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22" name="Google Shape;22;p21"/>
          <p:cNvSpPr txBox="1">
            <a:spLocks noGrp="1"/>
          </p:cNvSpPr>
          <p:nvPr>
            <p:ph type="sldNum" idx="12"/>
          </p:nvPr>
        </p:nvSpPr>
        <p:spPr>
          <a:xfrm>
            <a:off x="8490250" y="4681009"/>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9pPr>
          </a:lstStyle>
          <a:p>
            <a:pPr marL="0" lvl="0" indent="0" algn="r" rtl="0">
              <a:spcBef>
                <a:spcPts val="0"/>
              </a:spcBef>
              <a:spcAft>
                <a:spcPts val="0"/>
              </a:spcAft>
              <a:buNone/>
            </a:pPr>
            <a:fld id="{00000000-1234-1234-1234-123412341234}" type="slidenum">
              <a:rPr lang="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2"/>
        </a:solidFill>
        <a:effectLst/>
      </p:bgPr>
    </p:bg>
    <p:spTree>
      <p:nvGrpSpPr>
        <p:cNvPr id="1" name="Shape 23"/>
        <p:cNvGrpSpPr/>
        <p:nvPr/>
      </p:nvGrpSpPr>
      <p:grpSpPr>
        <a:xfrm>
          <a:off x="0" y="0"/>
          <a:ext cx="0" cy="0"/>
          <a:chOff x="0" y="0"/>
          <a:chExt cx="0" cy="0"/>
        </a:xfrm>
      </p:grpSpPr>
      <p:sp>
        <p:nvSpPr>
          <p:cNvPr id="24" name="Google Shape;24;p22"/>
          <p:cNvSpPr txBox="1">
            <a:spLocks noGrp="1"/>
          </p:cNvSpPr>
          <p:nvPr>
            <p:ph type="title"/>
          </p:nvPr>
        </p:nvSpPr>
        <p:spPr>
          <a:xfrm>
            <a:off x="490250" y="526350"/>
            <a:ext cx="62271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l">
              <a:lnSpc>
                <a:spcPct val="100000"/>
              </a:lnSpc>
              <a:spcBef>
                <a:spcPts val="0"/>
              </a:spcBef>
              <a:spcAft>
                <a:spcPts val="0"/>
              </a:spcAft>
              <a:buClr>
                <a:schemeClr val="lt1"/>
              </a:buClr>
              <a:buSzPts val="4800"/>
              <a:buNone/>
              <a:defRPr sz="4800">
                <a:solidFill>
                  <a:schemeClr val="lt1"/>
                </a:solidFill>
              </a:defRPr>
            </a:lvl2pPr>
            <a:lvl3pPr lvl="2" algn="l">
              <a:lnSpc>
                <a:spcPct val="100000"/>
              </a:lnSpc>
              <a:spcBef>
                <a:spcPts val="0"/>
              </a:spcBef>
              <a:spcAft>
                <a:spcPts val="0"/>
              </a:spcAft>
              <a:buClr>
                <a:schemeClr val="lt1"/>
              </a:buClr>
              <a:buSzPts val="4800"/>
              <a:buNone/>
              <a:defRPr sz="4800">
                <a:solidFill>
                  <a:schemeClr val="lt1"/>
                </a:solidFill>
              </a:defRPr>
            </a:lvl3pPr>
            <a:lvl4pPr lvl="3" algn="l">
              <a:lnSpc>
                <a:spcPct val="100000"/>
              </a:lnSpc>
              <a:spcBef>
                <a:spcPts val="0"/>
              </a:spcBef>
              <a:spcAft>
                <a:spcPts val="0"/>
              </a:spcAft>
              <a:buClr>
                <a:schemeClr val="lt1"/>
              </a:buClr>
              <a:buSzPts val="4800"/>
              <a:buNone/>
              <a:defRPr sz="4800">
                <a:solidFill>
                  <a:schemeClr val="lt1"/>
                </a:solidFill>
              </a:defRPr>
            </a:lvl4pPr>
            <a:lvl5pPr lvl="4" algn="l">
              <a:lnSpc>
                <a:spcPct val="100000"/>
              </a:lnSpc>
              <a:spcBef>
                <a:spcPts val="0"/>
              </a:spcBef>
              <a:spcAft>
                <a:spcPts val="0"/>
              </a:spcAft>
              <a:buClr>
                <a:schemeClr val="lt1"/>
              </a:buClr>
              <a:buSzPts val="4800"/>
              <a:buNone/>
              <a:defRPr sz="4800">
                <a:solidFill>
                  <a:schemeClr val="lt1"/>
                </a:solidFill>
              </a:defRPr>
            </a:lvl5pPr>
            <a:lvl6pPr lvl="5" algn="l">
              <a:lnSpc>
                <a:spcPct val="100000"/>
              </a:lnSpc>
              <a:spcBef>
                <a:spcPts val="0"/>
              </a:spcBef>
              <a:spcAft>
                <a:spcPts val="0"/>
              </a:spcAft>
              <a:buClr>
                <a:schemeClr val="lt1"/>
              </a:buClr>
              <a:buSzPts val="4800"/>
              <a:buNone/>
              <a:defRPr sz="4800">
                <a:solidFill>
                  <a:schemeClr val="lt1"/>
                </a:solidFill>
              </a:defRPr>
            </a:lvl6pPr>
            <a:lvl7pPr lvl="6" algn="l">
              <a:lnSpc>
                <a:spcPct val="100000"/>
              </a:lnSpc>
              <a:spcBef>
                <a:spcPts val="0"/>
              </a:spcBef>
              <a:spcAft>
                <a:spcPts val="0"/>
              </a:spcAft>
              <a:buClr>
                <a:schemeClr val="lt1"/>
              </a:buClr>
              <a:buSzPts val="4800"/>
              <a:buNone/>
              <a:defRPr sz="4800">
                <a:solidFill>
                  <a:schemeClr val="lt1"/>
                </a:solidFill>
              </a:defRPr>
            </a:lvl7pPr>
            <a:lvl8pPr lvl="7" algn="l">
              <a:lnSpc>
                <a:spcPct val="100000"/>
              </a:lnSpc>
              <a:spcBef>
                <a:spcPts val="0"/>
              </a:spcBef>
              <a:spcAft>
                <a:spcPts val="0"/>
              </a:spcAft>
              <a:buClr>
                <a:schemeClr val="lt1"/>
              </a:buClr>
              <a:buSzPts val="4800"/>
              <a:buNone/>
              <a:defRPr sz="4800">
                <a:solidFill>
                  <a:schemeClr val="lt1"/>
                </a:solidFill>
              </a:defRPr>
            </a:lvl8pPr>
            <a:lvl9pPr lvl="8" algn="l">
              <a:lnSpc>
                <a:spcPct val="100000"/>
              </a:lnSpc>
              <a:spcBef>
                <a:spcPts val="0"/>
              </a:spcBef>
              <a:spcAft>
                <a:spcPts val="0"/>
              </a:spcAft>
              <a:buClr>
                <a:schemeClr val="lt1"/>
              </a:buClr>
              <a:buSzPts val="4800"/>
              <a:buNone/>
              <a:defRPr sz="4800">
                <a:solidFill>
                  <a:schemeClr val="lt1"/>
                </a:solidFill>
              </a:defRPr>
            </a:lvl9pPr>
          </a:lstStyle>
          <a:p>
            <a:endParaRPr/>
          </a:p>
        </p:txBody>
      </p:sp>
      <p:sp>
        <p:nvSpPr>
          <p:cNvPr id="25" name="Google Shape;25;p22"/>
          <p:cNvSpPr txBox="1">
            <a:spLocks noGrp="1"/>
          </p:cNvSpPr>
          <p:nvPr>
            <p:ph type="sldNum" idx="12"/>
          </p:nvPr>
        </p:nvSpPr>
        <p:spPr>
          <a:xfrm>
            <a:off x="8490250" y="4681009"/>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verage"/>
                <a:ea typeface="Average"/>
                <a:cs typeface="Average"/>
                <a:sym typeface="Average"/>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verage"/>
                <a:ea typeface="Average"/>
                <a:cs typeface="Average"/>
                <a:sym typeface="Average"/>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verage"/>
                <a:ea typeface="Average"/>
                <a:cs typeface="Average"/>
                <a:sym typeface="Average"/>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verage"/>
                <a:ea typeface="Average"/>
                <a:cs typeface="Average"/>
                <a:sym typeface="Average"/>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verage"/>
                <a:ea typeface="Average"/>
                <a:cs typeface="Average"/>
                <a:sym typeface="Average"/>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verage"/>
                <a:ea typeface="Average"/>
                <a:cs typeface="Average"/>
                <a:sym typeface="Average"/>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verage"/>
                <a:ea typeface="Average"/>
                <a:cs typeface="Average"/>
                <a:sym typeface="Average"/>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verage"/>
                <a:ea typeface="Average"/>
                <a:cs typeface="Average"/>
                <a:sym typeface="Average"/>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verage"/>
                <a:ea typeface="Average"/>
                <a:cs typeface="Average"/>
                <a:sym typeface="Average"/>
              </a:defRPr>
            </a:lvl9pPr>
          </a:lstStyle>
          <a:p>
            <a:pPr marL="0" lvl="0" indent="0" algn="r" rtl="0">
              <a:spcBef>
                <a:spcPts val="0"/>
              </a:spcBef>
              <a:spcAft>
                <a:spcPts val="0"/>
              </a:spcAft>
              <a:buNone/>
            </a:pPr>
            <a:fld id="{00000000-1234-1234-1234-123412341234}" type="slidenum">
              <a:rPr lang="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6"/>
        <p:cNvGrpSpPr/>
        <p:nvPr/>
      </p:nvGrpSpPr>
      <p:grpSpPr>
        <a:xfrm>
          <a:off x="0" y="0"/>
          <a:ext cx="0" cy="0"/>
          <a:chOff x="0" y="0"/>
          <a:chExt cx="0" cy="0"/>
        </a:xfrm>
      </p:grpSpPr>
      <p:sp>
        <p:nvSpPr>
          <p:cNvPr id="27" name="Google Shape;27;p23"/>
          <p:cNvSpPr/>
          <p:nvPr/>
        </p:nvSpPr>
        <p:spPr>
          <a:xfrm>
            <a:off x="457200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8" name="Google Shape;28;p23"/>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29" name="Google Shape;29;p23"/>
          <p:cNvSpPr txBox="1">
            <a:spLocks noGrp="1"/>
          </p:cNvSpPr>
          <p:nvPr>
            <p:ph type="title"/>
          </p:nvPr>
        </p:nvSpPr>
        <p:spPr>
          <a:xfrm>
            <a:off x="265500" y="1081400"/>
            <a:ext cx="4045200" cy="1710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0" name="Google Shape;30;p23"/>
          <p:cNvSpPr txBox="1">
            <a:spLocks noGrp="1"/>
          </p:cNvSpPr>
          <p:nvPr>
            <p:ph type="subTitle" idx="1"/>
          </p:nvPr>
        </p:nvSpPr>
        <p:spPr>
          <a:xfrm>
            <a:off x="265500" y="2845201"/>
            <a:ext cx="4045200" cy="13455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a:endParaRPr/>
          </a:p>
        </p:txBody>
      </p:sp>
      <p:sp>
        <p:nvSpPr>
          <p:cNvPr id="31" name="Google Shape;31;p23"/>
          <p:cNvSpPr txBox="1">
            <a:spLocks noGrp="1"/>
          </p:cNvSpPr>
          <p:nvPr>
            <p:ph type="body" idx="2"/>
          </p:nvPr>
        </p:nvSpPr>
        <p:spPr>
          <a:xfrm>
            <a:off x="4939500" y="724200"/>
            <a:ext cx="3837000" cy="3695100"/>
          </a:xfrm>
          <a:prstGeom prst="rect">
            <a:avLst/>
          </a:prstGeom>
          <a:noFill/>
          <a:ln>
            <a:noFill/>
          </a:ln>
        </p:spPr>
        <p:txBody>
          <a:bodyPr spcFirstLastPara="1" wrap="square" lIns="91425" tIns="91425" rIns="91425" bIns="91425" anchor="ctr" anchorCtr="0">
            <a:noAutofit/>
          </a:bodyPr>
          <a:lstStyle>
            <a:lvl1pPr marL="457200" lvl="0" indent="-342900" algn="l">
              <a:lnSpc>
                <a:spcPct val="115000"/>
              </a:lnSpc>
              <a:spcBef>
                <a:spcPts val="0"/>
              </a:spcBef>
              <a:spcAft>
                <a:spcPts val="0"/>
              </a:spcAft>
              <a:buClr>
                <a:schemeClr val="lt1"/>
              </a:buClr>
              <a:buSzPts val="1800"/>
              <a:buChar char="●"/>
              <a:defRPr>
                <a:solidFill>
                  <a:schemeClr val="lt1"/>
                </a:solidFill>
              </a:defRPr>
            </a:lvl1pPr>
            <a:lvl2pPr marL="914400" lvl="1" indent="-317500" algn="l">
              <a:lnSpc>
                <a:spcPct val="115000"/>
              </a:lnSpc>
              <a:spcBef>
                <a:spcPts val="1600"/>
              </a:spcBef>
              <a:spcAft>
                <a:spcPts val="0"/>
              </a:spcAft>
              <a:buClr>
                <a:schemeClr val="lt1"/>
              </a:buClr>
              <a:buSzPts val="1400"/>
              <a:buChar char="○"/>
              <a:defRPr>
                <a:solidFill>
                  <a:schemeClr val="lt1"/>
                </a:solidFill>
              </a:defRPr>
            </a:lvl2pPr>
            <a:lvl3pPr marL="1371600" lvl="2" indent="-317500" algn="l">
              <a:lnSpc>
                <a:spcPct val="115000"/>
              </a:lnSpc>
              <a:spcBef>
                <a:spcPts val="1600"/>
              </a:spcBef>
              <a:spcAft>
                <a:spcPts val="0"/>
              </a:spcAft>
              <a:buClr>
                <a:schemeClr val="lt1"/>
              </a:buClr>
              <a:buSzPts val="1400"/>
              <a:buChar char="■"/>
              <a:defRPr>
                <a:solidFill>
                  <a:schemeClr val="lt1"/>
                </a:solidFill>
              </a:defRPr>
            </a:lvl3pPr>
            <a:lvl4pPr marL="1828800" lvl="3" indent="-317500" algn="l">
              <a:lnSpc>
                <a:spcPct val="115000"/>
              </a:lnSpc>
              <a:spcBef>
                <a:spcPts val="1600"/>
              </a:spcBef>
              <a:spcAft>
                <a:spcPts val="0"/>
              </a:spcAft>
              <a:buClr>
                <a:schemeClr val="lt1"/>
              </a:buClr>
              <a:buSzPts val="1400"/>
              <a:buChar char="●"/>
              <a:defRPr>
                <a:solidFill>
                  <a:schemeClr val="lt1"/>
                </a:solidFill>
              </a:defRPr>
            </a:lvl4pPr>
            <a:lvl5pPr marL="2286000" lvl="4" indent="-317500" algn="l">
              <a:lnSpc>
                <a:spcPct val="115000"/>
              </a:lnSpc>
              <a:spcBef>
                <a:spcPts val="1600"/>
              </a:spcBef>
              <a:spcAft>
                <a:spcPts val="0"/>
              </a:spcAft>
              <a:buClr>
                <a:schemeClr val="lt1"/>
              </a:buClr>
              <a:buSzPts val="1400"/>
              <a:buChar char="○"/>
              <a:defRPr>
                <a:solidFill>
                  <a:schemeClr val="lt1"/>
                </a:solidFill>
              </a:defRPr>
            </a:lvl5pPr>
            <a:lvl6pPr marL="2743200" lvl="5" indent="-317500" algn="l">
              <a:lnSpc>
                <a:spcPct val="115000"/>
              </a:lnSpc>
              <a:spcBef>
                <a:spcPts val="1600"/>
              </a:spcBef>
              <a:spcAft>
                <a:spcPts val="0"/>
              </a:spcAft>
              <a:buClr>
                <a:schemeClr val="lt1"/>
              </a:buClr>
              <a:buSzPts val="1400"/>
              <a:buChar char="■"/>
              <a:defRPr>
                <a:solidFill>
                  <a:schemeClr val="lt1"/>
                </a:solidFill>
              </a:defRPr>
            </a:lvl6pPr>
            <a:lvl7pPr marL="3200400" lvl="6" indent="-317500" algn="l">
              <a:lnSpc>
                <a:spcPct val="115000"/>
              </a:lnSpc>
              <a:spcBef>
                <a:spcPts val="1600"/>
              </a:spcBef>
              <a:spcAft>
                <a:spcPts val="0"/>
              </a:spcAft>
              <a:buClr>
                <a:schemeClr val="lt1"/>
              </a:buClr>
              <a:buSzPts val="1400"/>
              <a:buChar char="●"/>
              <a:defRPr>
                <a:solidFill>
                  <a:schemeClr val="lt1"/>
                </a:solidFill>
              </a:defRPr>
            </a:lvl7pPr>
            <a:lvl8pPr marL="3657600" lvl="7" indent="-317500" algn="l">
              <a:lnSpc>
                <a:spcPct val="115000"/>
              </a:lnSpc>
              <a:spcBef>
                <a:spcPts val="1600"/>
              </a:spcBef>
              <a:spcAft>
                <a:spcPts val="0"/>
              </a:spcAft>
              <a:buClr>
                <a:schemeClr val="lt1"/>
              </a:buClr>
              <a:buSzPts val="1400"/>
              <a:buChar char="○"/>
              <a:defRPr>
                <a:solidFill>
                  <a:schemeClr val="lt1"/>
                </a:solidFill>
              </a:defRPr>
            </a:lvl8pPr>
            <a:lvl9pPr marL="4114800" lvl="8" indent="-317500" algn="l">
              <a:lnSpc>
                <a:spcPct val="115000"/>
              </a:lnSpc>
              <a:spcBef>
                <a:spcPts val="1600"/>
              </a:spcBef>
              <a:spcAft>
                <a:spcPts val="1600"/>
              </a:spcAft>
              <a:buClr>
                <a:schemeClr val="lt1"/>
              </a:buClr>
              <a:buSzPts val="1400"/>
              <a:buChar char="■"/>
              <a:defRPr>
                <a:solidFill>
                  <a:schemeClr val="lt1"/>
                </a:solidFill>
              </a:defRPr>
            </a:lvl9pPr>
          </a:lstStyle>
          <a:p>
            <a:endParaRPr/>
          </a:p>
        </p:txBody>
      </p:sp>
      <p:sp>
        <p:nvSpPr>
          <p:cNvPr id="32" name="Google Shape;32;p23"/>
          <p:cNvSpPr txBox="1">
            <a:spLocks noGrp="1"/>
          </p:cNvSpPr>
          <p:nvPr>
            <p:ph type="sldNum" idx="12"/>
          </p:nvPr>
        </p:nvSpPr>
        <p:spPr>
          <a:xfrm>
            <a:off x="8490250" y="4681009"/>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verage"/>
                <a:ea typeface="Average"/>
                <a:cs typeface="Average"/>
                <a:sym typeface="Average"/>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verage"/>
                <a:ea typeface="Average"/>
                <a:cs typeface="Average"/>
                <a:sym typeface="Average"/>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verage"/>
                <a:ea typeface="Average"/>
                <a:cs typeface="Average"/>
                <a:sym typeface="Average"/>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verage"/>
                <a:ea typeface="Average"/>
                <a:cs typeface="Average"/>
                <a:sym typeface="Average"/>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verage"/>
                <a:ea typeface="Average"/>
                <a:cs typeface="Average"/>
                <a:sym typeface="Average"/>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verage"/>
                <a:ea typeface="Average"/>
                <a:cs typeface="Average"/>
                <a:sym typeface="Average"/>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verage"/>
                <a:ea typeface="Average"/>
                <a:cs typeface="Average"/>
                <a:sym typeface="Average"/>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verage"/>
                <a:ea typeface="Average"/>
                <a:cs typeface="Average"/>
                <a:sym typeface="Average"/>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verage"/>
                <a:ea typeface="Average"/>
                <a:cs typeface="Average"/>
                <a:sym typeface="Average"/>
              </a:defRPr>
            </a:lvl9pPr>
          </a:lstStyle>
          <a:p>
            <a:pPr marL="0" lvl="0" indent="0" algn="r" rtl="0">
              <a:spcBef>
                <a:spcPts val="0"/>
              </a:spcBef>
              <a:spcAft>
                <a:spcPts val="0"/>
              </a:spcAft>
              <a:buNone/>
            </a:pPr>
            <a:fld id="{00000000-1234-1234-1234-123412341234}" type="slidenum">
              <a:rPr lang="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3"/>
        <p:cNvGrpSpPr/>
        <p:nvPr/>
      </p:nvGrpSpPr>
      <p:grpSpPr>
        <a:xfrm>
          <a:off x="0" y="0"/>
          <a:ext cx="0" cy="0"/>
          <a:chOff x="0" y="0"/>
          <a:chExt cx="0" cy="0"/>
        </a:xfrm>
      </p:grpSpPr>
      <p:sp>
        <p:nvSpPr>
          <p:cNvPr id="34" name="Google Shape;34;p2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35" name="Google Shape;35;p24"/>
          <p:cNvSpPr txBox="1">
            <a:spLocks noGrp="1"/>
          </p:cNvSpPr>
          <p:nvPr>
            <p:ph type="sldNum" idx="12"/>
          </p:nvPr>
        </p:nvSpPr>
        <p:spPr>
          <a:xfrm>
            <a:off x="8490250" y="4681009"/>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9pPr>
          </a:lstStyle>
          <a:p>
            <a:pPr marL="0" lvl="0" indent="0" algn="r" rtl="0">
              <a:spcBef>
                <a:spcPts val="0"/>
              </a:spcBef>
              <a:spcAft>
                <a:spcPts val="0"/>
              </a:spcAft>
              <a:buNone/>
            </a:pPr>
            <a:fld id="{00000000-1234-1234-1234-123412341234}" type="slidenum">
              <a:rPr lang="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6"/>
        <p:cNvGrpSpPr/>
        <p:nvPr/>
      </p:nvGrpSpPr>
      <p:grpSpPr>
        <a:xfrm>
          <a:off x="0" y="0"/>
          <a:ext cx="0" cy="0"/>
          <a:chOff x="0" y="0"/>
          <a:chExt cx="0" cy="0"/>
        </a:xfrm>
      </p:grpSpPr>
      <p:sp>
        <p:nvSpPr>
          <p:cNvPr id="37" name="Google Shape;37;p25"/>
          <p:cNvSpPr txBox="1">
            <a:spLocks noGrp="1"/>
          </p:cNvSpPr>
          <p:nvPr>
            <p:ph type="title"/>
          </p:nvPr>
        </p:nvSpPr>
        <p:spPr>
          <a:xfrm>
            <a:off x="671250" y="2141250"/>
            <a:ext cx="7852200" cy="8610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38" name="Google Shape;38;p25"/>
          <p:cNvSpPr txBox="1">
            <a:spLocks noGrp="1"/>
          </p:cNvSpPr>
          <p:nvPr>
            <p:ph type="sldNum" idx="12"/>
          </p:nvPr>
        </p:nvSpPr>
        <p:spPr>
          <a:xfrm>
            <a:off x="8490250" y="4681009"/>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9pPr>
          </a:lstStyle>
          <a:p>
            <a:pPr marL="0" lvl="0" indent="0" algn="r" rtl="0">
              <a:spcBef>
                <a:spcPts val="0"/>
              </a:spcBef>
              <a:spcAft>
                <a:spcPts val="0"/>
              </a:spcAft>
              <a:buNone/>
            </a:pPr>
            <a:fld id="{00000000-1234-1234-1234-123412341234}" type="slidenum">
              <a:rPr lang="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9"/>
        <p:cNvGrpSpPr/>
        <p:nvPr/>
      </p:nvGrpSpPr>
      <p:grpSpPr>
        <a:xfrm>
          <a:off x="0" y="0"/>
          <a:ext cx="0" cy="0"/>
          <a:chOff x="0" y="0"/>
          <a:chExt cx="0" cy="0"/>
        </a:xfrm>
      </p:grpSpPr>
      <p:sp>
        <p:nvSpPr>
          <p:cNvPr id="40" name="Google Shape;40;p2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41" name="Google Shape;41;p26"/>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42" name="Google Shape;42;p26"/>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43" name="Google Shape;43;p26"/>
          <p:cNvSpPr txBox="1">
            <a:spLocks noGrp="1"/>
          </p:cNvSpPr>
          <p:nvPr>
            <p:ph type="sldNum" idx="12"/>
          </p:nvPr>
        </p:nvSpPr>
        <p:spPr>
          <a:xfrm>
            <a:off x="8490250" y="4681009"/>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9pPr>
          </a:lstStyle>
          <a:p>
            <a:pPr marL="0" lvl="0" indent="0" algn="r" rtl="0">
              <a:spcBef>
                <a:spcPts val="0"/>
              </a:spcBef>
              <a:spcAft>
                <a:spcPts val="0"/>
              </a:spcAft>
              <a:buNone/>
            </a:pPr>
            <a:fld id="{00000000-1234-1234-1234-123412341234}" type="slidenum">
              <a:rPr lang="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4"/>
        <p:cNvGrpSpPr/>
        <p:nvPr/>
      </p:nvGrpSpPr>
      <p:grpSpPr>
        <a:xfrm>
          <a:off x="0" y="0"/>
          <a:ext cx="0" cy="0"/>
          <a:chOff x="0" y="0"/>
          <a:chExt cx="0" cy="0"/>
        </a:xfrm>
      </p:grpSpPr>
      <p:sp>
        <p:nvSpPr>
          <p:cNvPr id="45" name="Google Shape;45;p2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46" name="Google Shape;46;p2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47" name="Google Shape;47;p27"/>
          <p:cNvSpPr txBox="1">
            <a:spLocks noGrp="1"/>
          </p:cNvSpPr>
          <p:nvPr>
            <p:ph type="sldNum" idx="12"/>
          </p:nvPr>
        </p:nvSpPr>
        <p:spPr>
          <a:xfrm>
            <a:off x="8490250" y="4681009"/>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9pPr>
          </a:lstStyle>
          <a:p>
            <a:pPr marL="0" lvl="0" indent="0" algn="r" rtl="0">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8"/>
        <p:cNvGrpSpPr/>
        <p:nvPr/>
      </p:nvGrpSpPr>
      <p:grpSpPr>
        <a:xfrm>
          <a:off x="0" y="0"/>
          <a:ext cx="0" cy="0"/>
          <a:chOff x="0" y="0"/>
          <a:chExt cx="0" cy="0"/>
        </a:xfrm>
      </p:grpSpPr>
      <p:sp>
        <p:nvSpPr>
          <p:cNvPr id="49" name="Google Shape;49;p28"/>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a:endParaRPr/>
          </a:p>
        </p:txBody>
      </p:sp>
      <p:sp>
        <p:nvSpPr>
          <p:cNvPr id="50" name="Google Shape;50;p28"/>
          <p:cNvSpPr txBox="1">
            <a:spLocks noGrp="1"/>
          </p:cNvSpPr>
          <p:nvPr>
            <p:ph type="sldNum" idx="12"/>
          </p:nvPr>
        </p:nvSpPr>
        <p:spPr>
          <a:xfrm>
            <a:off x="8490250" y="4681009"/>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9pPr>
          </a:lstStyle>
          <a:p>
            <a:pPr marL="0" lvl="0" indent="0" algn="r" rtl="0">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1"/>
        <p:cNvGrpSpPr/>
        <p:nvPr/>
      </p:nvGrpSpPr>
      <p:grpSpPr>
        <a:xfrm>
          <a:off x="0" y="0"/>
          <a:ext cx="0" cy="0"/>
          <a:chOff x="0" y="0"/>
          <a:chExt cx="0" cy="0"/>
        </a:xfrm>
      </p:grpSpPr>
      <p:sp>
        <p:nvSpPr>
          <p:cNvPr id="52" name="Google Shape;52;p29"/>
          <p:cNvSpPr txBox="1">
            <a:spLocks noGrp="1"/>
          </p:cNvSpPr>
          <p:nvPr>
            <p:ph type="title" hasCustomPrompt="1"/>
          </p:nvPr>
        </p:nvSpPr>
        <p:spPr>
          <a:xfrm>
            <a:off x="311700" y="1255275"/>
            <a:ext cx="8520600" cy="18906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3" name="Google Shape;53;p29"/>
          <p:cNvSpPr txBox="1">
            <a:spLocks noGrp="1"/>
          </p:cNvSpPr>
          <p:nvPr>
            <p:ph type="body" idx="1"/>
          </p:nvPr>
        </p:nvSpPr>
        <p:spPr>
          <a:xfrm>
            <a:off x="311700" y="3228425"/>
            <a:ext cx="8520600" cy="1300800"/>
          </a:xfrm>
          <a:prstGeom prst="rect">
            <a:avLst/>
          </a:prstGeom>
          <a:noFill/>
          <a:ln>
            <a:noFill/>
          </a:ln>
        </p:spPr>
        <p:txBody>
          <a:bodyPr spcFirstLastPara="1" wrap="square" lIns="91425" tIns="91425" rIns="91425" bIns="91425" anchor="t" anchorCtr="0">
            <a:no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600"/>
              </a:spcBef>
              <a:spcAft>
                <a:spcPts val="0"/>
              </a:spcAft>
              <a:buSzPts val="1400"/>
              <a:buChar char="○"/>
              <a:defRPr/>
            </a:lvl2pPr>
            <a:lvl3pPr marL="1371600" lvl="2" indent="-317500" algn="ctr">
              <a:lnSpc>
                <a:spcPct val="115000"/>
              </a:lnSpc>
              <a:spcBef>
                <a:spcPts val="1600"/>
              </a:spcBef>
              <a:spcAft>
                <a:spcPts val="0"/>
              </a:spcAft>
              <a:buSzPts val="1400"/>
              <a:buChar char="■"/>
              <a:defRPr/>
            </a:lvl3pPr>
            <a:lvl4pPr marL="1828800" lvl="3" indent="-317500" algn="ctr">
              <a:lnSpc>
                <a:spcPct val="115000"/>
              </a:lnSpc>
              <a:spcBef>
                <a:spcPts val="1600"/>
              </a:spcBef>
              <a:spcAft>
                <a:spcPts val="0"/>
              </a:spcAft>
              <a:buSzPts val="1400"/>
              <a:buChar char="●"/>
              <a:defRPr/>
            </a:lvl4pPr>
            <a:lvl5pPr marL="2286000" lvl="4" indent="-317500" algn="ctr">
              <a:lnSpc>
                <a:spcPct val="115000"/>
              </a:lnSpc>
              <a:spcBef>
                <a:spcPts val="1600"/>
              </a:spcBef>
              <a:spcAft>
                <a:spcPts val="0"/>
              </a:spcAft>
              <a:buSzPts val="1400"/>
              <a:buChar char="○"/>
              <a:defRPr/>
            </a:lvl5pPr>
            <a:lvl6pPr marL="2743200" lvl="5" indent="-317500" algn="ctr">
              <a:lnSpc>
                <a:spcPct val="115000"/>
              </a:lnSpc>
              <a:spcBef>
                <a:spcPts val="1600"/>
              </a:spcBef>
              <a:spcAft>
                <a:spcPts val="0"/>
              </a:spcAft>
              <a:buSzPts val="1400"/>
              <a:buChar char="■"/>
              <a:defRPr/>
            </a:lvl6pPr>
            <a:lvl7pPr marL="3200400" lvl="6" indent="-317500" algn="ctr">
              <a:lnSpc>
                <a:spcPct val="115000"/>
              </a:lnSpc>
              <a:spcBef>
                <a:spcPts val="1600"/>
              </a:spcBef>
              <a:spcAft>
                <a:spcPts val="0"/>
              </a:spcAft>
              <a:buSzPts val="1400"/>
              <a:buChar char="●"/>
              <a:defRPr/>
            </a:lvl7pPr>
            <a:lvl8pPr marL="3657600" lvl="7" indent="-317500" algn="ctr">
              <a:lnSpc>
                <a:spcPct val="115000"/>
              </a:lnSpc>
              <a:spcBef>
                <a:spcPts val="1600"/>
              </a:spcBef>
              <a:spcAft>
                <a:spcPts val="0"/>
              </a:spcAft>
              <a:buSzPts val="1400"/>
              <a:buChar char="○"/>
              <a:defRPr/>
            </a:lvl8pPr>
            <a:lvl9pPr marL="4114800" lvl="8" indent="-317500" algn="ctr">
              <a:lnSpc>
                <a:spcPct val="115000"/>
              </a:lnSpc>
              <a:spcBef>
                <a:spcPts val="1600"/>
              </a:spcBef>
              <a:spcAft>
                <a:spcPts val="1600"/>
              </a:spcAft>
              <a:buSzPts val="1400"/>
              <a:buChar char="■"/>
              <a:defRPr/>
            </a:lvl9pPr>
          </a:lstStyle>
          <a:p>
            <a:endParaRPr/>
          </a:p>
        </p:txBody>
      </p:sp>
      <p:sp>
        <p:nvSpPr>
          <p:cNvPr id="54" name="Google Shape;54;p29"/>
          <p:cNvSpPr txBox="1">
            <a:spLocks noGrp="1"/>
          </p:cNvSpPr>
          <p:nvPr>
            <p:ph type="sldNum" idx="12"/>
          </p:nvPr>
        </p:nvSpPr>
        <p:spPr>
          <a:xfrm>
            <a:off x="8490250" y="4681009"/>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9pPr>
          </a:lstStyle>
          <a:p>
            <a:pPr marL="0" lvl="0" indent="0" algn="r" rtl="0">
              <a:spcBef>
                <a:spcPts val="0"/>
              </a:spcBef>
              <a:spcAft>
                <a:spcPts val="0"/>
              </a:spcAft>
              <a:buNone/>
            </a:pPr>
            <a:fld id="{00000000-1234-1234-1234-123412341234}" type="slidenum">
              <a:rPr lang="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late">
    <p:bg>
      <p:bgPr>
        <a:solidFill>
          <a:schemeClr val="lt1"/>
        </a:solidFill>
        <a:effectLst/>
      </p:bgPr>
    </p:bg>
    <p:spTree>
      <p:nvGrpSpPr>
        <p:cNvPr id="1" name="Shape 5"/>
        <p:cNvGrpSpPr/>
        <p:nvPr/>
      </p:nvGrpSpPr>
      <p:grpSpPr>
        <a:xfrm>
          <a:off x="0" y="0"/>
          <a:ext cx="0" cy="0"/>
          <a:chOff x="0" y="0"/>
          <a:chExt cx="0" cy="0"/>
        </a:xfrm>
      </p:grpSpPr>
      <p:sp>
        <p:nvSpPr>
          <p:cNvPr id="6" name="Google Shape;6;p1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chemeClr val="dk1"/>
              </a:buClr>
              <a:buSzPts val="3000"/>
              <a:buFont typeface="Oswald"/>
              <a:buNone/>
              <a:defRPr sz="3000" b="0" i="0" u="none" strike="noStrike" cap="none">
                <a:solidFill>
                  <a:schemeClr val="dk1"/>
                </a:solidFill>
                <a:latin typeface="Oswald"/>
                <a:ea typeface="Oswald"/>
                <a:cs typeface="Oswald"/>
                <a:sym typeface="Oswald"/>
              </a:defRPr>
            </a:lvl1pPr>
            <a:lvl2pPr marR="0" lvl="1" algn="l">
              <a:lnSpc>
                <a:spcPct val="100000"/>
              </a:lnSpc>
              <a:spcBef>
                <a:spcPts val="0"/>
              </a:spcBef>
              <a:spcAft>
                <a:spcPts val="0"/>
              </a:spcAft>
              <a:buClr>
                <a:schemeClr val="dk1"/>
              </a:buClr>
              <a:buSzPts val="3000"/>
              <a:buFont typeface="Oswald"/>
              <a:buNone/>
              <a:defRPr sz="3000" b="0" i="0" u="none" strike="noStrike" cap="none">
                <a:solidFill>
                  <a:schemeClr val="dk1"/>
                </a:solidFill>
                <a:latin typeface="Oswald"/>
                <a:ea typeface="Oswald"/>
                <a:cs typeface="Oswald"/>
                <a:sym typeface="Oswald"/>
              </a:defRPr>
            </a:lvl2pPr>
            <a:lvl3pPr marR="0" lvl="2" algn="l">
              <a:lnSpc>
                <a:spcPct val="100000"/>
              </a:lnSpc>
              <a:spcBef>
                <a:spcPts val="0"/>
              </a:spcBef>
              <a:spcAft>
                <a:spcPts val="0"/>
              </a:spcAft>
              <a:buClr>
                <a:schemeClr val="dk1"/>
              </a:buClr>
              <a:buSzPts val="3000"/>
              <a:buFont typeface="Oswald"/>
              <a:buNone/>
              <a:defRPr sz="3000" b="0" i="0" u="none" strike="noStrike" cap="none">
                <a:solidFill>
                  <a:schemeClr val="dk1"/>
                </a:solidFill>
                <a:latin typeface="Oswald"/>
                <a:ea typeface="Oswald"/>
                <a:cs typeface="Oswald"/>
                <a:sym typeface="Oswald"/>
              </a:defRPr>
            </a:lvl3pPr>
            <a:lvl4pPr marR="0" lvl="3" algn="l">
              <a:lnSpc>
                <a:spcPct val="100000"/>
              </a:lnSpc>
              <a:spcBef>
                <a:spcPts val="0"/>
              </a:spcBef>
              <a:spcAft>
                <a:spcPts val="0"/>
              </a:spcAft>
              <a:buClr>
                <a:schemeClr val="dk1"/>
              </a:buClr>
              <a:buSzPts val="3000"/>
              <a:buFont typeface="Oswald"/>
              <a:buNone/>
              <a:defRPr sz="3000" b="0" i="0" u="none" strike="noStrike" cap="none">
                <a:solidFill>
                  <a:schemeClr val="dk1"/>
                </a:solidFill>
                <a:latin typeface="Oswald"/>
                <a:ea typeface="Oswald"/>
                <a:cs typeface="Oswald"/>
                <a:sym typeface="Oswald"/>
              </a:defRPr>
            </a:lvl4pPr>
            <a:lvl5pPr marR="0" lvl="4" algn="l">
              <a:lnSpc>
                <a:spcPct val="100000"/>
              </a:lnSpc>
              <a:spcBef>
                <a:spcPts val="0"/>
              </a:spcBef>
              <a:spcAft>
                <a:spcPts val="0"/>
              </a:spcAft>
              <a:buClr>
                <a:schemeClr val="dk1"/>
              </a:buClr>
              <a:buSzPts val="3000"/>
              <a:buFont typeface="Oswald"/>
              <a:buNone/>
              <a:defRPr sz="3000" b="0" i="0" u="none" strike="noStrike" cap="none">
                <a:solidFill>
                  <a:schemeClr val="dk1"/>
                </a:solidFill>
                <a:latin typeface="Oswald"/>
                <a:ea typeface="Oswald"/>
                <a:cs typeface="Oswald"/>
                <a:sym typeface="Oswald"/>
              </a:defRPr>
            </a:lvl5pPr>
            <a:lvl6pPr marR="0" lvl="5" algn="l">
              <a:lnSpc>
                <a:spcPct val="100000"/>
              </a:lnSpc>
              <a:spcBef>
                <a:spcPts val="0"/>
              </a:spcBef>
              <a:spcAft>
                <a:spcPts val="0"/>
              </a:spcAft>
              <a:buClr>
                <a:schemeClr val="dk1"/>
              </a:buClr>
              <a:buSzPts val="3000"/>
              <a:buFont typeface="Oswald"/>
              <a:buNone/>
              <a:defRPr sz="3000" b="0" i="0" u="none" strike="noStrike" cap="none">
                <a:solidFill>
                  <a:schemeClr val="dk1"/>
                </a:solidFill>
                <a:latin typeface="Oswald"/>
                <a:ea typeface="Oswald"/>
                <a:cs typeface="Oswald"/>
                <a:sym typeface="Oswald"/>
              </a:defRPr>
            </a:lvl6pPr>
            <a:lvl7pPr marR="0" lvl="6" algn="l">
              <a:lnSpc>
                <a:spcPct val="100000"/>
              </a:lnSpc>
              <a:spcBef>
                <a:spcPts val="0"/>
              </a:spcBef>
              <a:spcAft>
                <a:spcPts val="0"/>
              </a:spcAft>
              <a:buClr>
                <a:schemeClr val="dk1"/>
              </a:buClr>
              <a:buSzPts val="3000"/>
              <a:buFont typeface="Oswald"/>
              <a:buNone/>
              <a:defRPr sz="3000" b="0" i="0" u="none" strike="noStrike" cap="none">
                <a:solidFill>
                  <a:schemeClr val="dk1"/>
                </a:solidFill>
                <a:latin typeface="Oswald"/>
                <a:ea typeface="Oswald"/>
                <a:cs typeface="Oswald"/>
                <a:sym typeface="Oswald"/>
              </a:defRPr>
            </a:lvl7pPr>
            <a:lvl8pPr marR="0" lvl="7" algn="l">
              <a:lnSpc>
                <a:spcPct val="100000"/>
              </a:lnSpc>
              <a:spcBef>
                <a:spcPts val="0"/>
              </a:spcBef>
              <a:spcAft>
                <a:spcPts val="0"/>
              </a:spcAft>
              <a:buClr>
                <a:schemeClr val="dk1"/>
              </a:buClr>
              <a:buSzPts val="3000"/>
              <a:buFont typeface="Oswald"/>
              <a:buNone/>
              <a:defRPr sz="3000" b="0" i="0" u="none" strike="noStrike" cap="none">
                <a:solidFill>
                  <a:schemeClr val="dk1"/>
                </a:solidFill>
                <a:latin typeface="Oswald"/>
                <a:ea typeface="Oswald"/>
                <a:cs typeface="Oswald"/>
                <a:sym typeface="Oswald"/>
              </a:defRPr>
            </a:lvl8pPr>
            <a:lvl9pPr marR="0" lvl="8" algn="l">
              <a:lnSpc>
                <a:spcPct val="100000"/>
              </a:lnSpc>
              <a:spcBef>
                <a:spcPts val="0"/>
              </a:spcBef>
              <a:spcAft>
                <a:spcPts val="0"/>
              </a:spcAft>
              <a:buClr>
                <a:schemeClr val="dk1"/>
              </a:buClr>
              <a:buSzPts val="3000"/>
              <a:buFont typeface="Oswald"/>
              <a:buNone/>
              <a:defRPr sz="3000" b="0" i="0" u="none" strike="noStrike" cap="none">
                <a:solidFill>
                  <a:schemeClr val="dk1"/>
                </a:solidFill>
                <a:latin typeface="Oswald"/>
                <a:ea typeface="Oswald"/>
                <a:cs typeface="Oswald"/>
                <a:sym typeface="Oswald"/>
              </a:defRPr>
            </a:lvl9pPr>
          </a:lstStyle>
          <a:p>
            <a:endParaRPr/>
          </a:p>
        </p:txBody>
      </p:sp>
      <p:sp>
        <p:nvSpPr>
          <p:cNvPr id="7" name="Google Shape;7;p1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42900" algn="l">
              <a:lnSpc>
                <a:spcPct val="115000"/>
              </a:lnSpc>
              <a:spcBef>
                <a:spcPts val="0"/>
              </a:spcBef>
              <a:spcAft>
                <a:spcPts val="0"/>
              </a:spcAft>
              <a:buClr>
                <a:schemeClr val="accent3"/>
              </a:buClr>
              <a:buSzPts val="1800"/>
              <a:buFont typeface="Average"/>
              <a:buChar char="●"/>
              <a:defRPr sz="1800" b="0" i="0" u="none" strike="noStrike" cap="none">
                <a:solidFill>
                  <a:schemeClr val="accent3"/>
                </a:solidFill>
                <a:latin typeface="Average"/>
                <a:ea typeface="Average"/>
                <a:cs typeface="Average"/>
                <a:sym typeface="Average"/>
              </a:defRPr>
            </a:lvl1pPr>
            <a:lvl2pPr marL="914400" marR="0" lvl="1" indent="-317500" algn="l">
              <a:lnSpc>
                <a:spcPct val="115000"/>
              </a:lnSpc>
              <a:spcBef>
                <a:spcPts val="1600"/>
              </a:spcBef>
              <a:spcAft>
                <a:spcPts val="0"/>
              </a:spcAft>
              <a:buClr>
                <a:schemeClr val="accent3"/>
              </a:buClr>
              <a:buSzPts val="1400"/>
              <a:buFont typeface="Average"/>
              <a:buChar char="○"/>
              <a:defRPr sz="1400" b="0" i="0" u="none" strike="noStrike" cap="none">
                <a:solidFill>
                  <a:schemeClr val="accent3"/>
                </a:solidFill>
                <a:latin typeface="Average"/>
                <a:ea typeface="Average"/>
                <a:cs typeface="Average"/>
                <a:sym typeface="Average"/>
              </a:defRPr>
            </a:lvl2pPr>
            <a:lvl3pPr marL="1371600" marR="0" lvl="2" indent="-317500" algn="l">
              <a:lnSpc>
                <a:spcPct val="115000"/>
              </a:lnSpc>
              <a:spcBef>
                <a:spcPts val="1600"/>
              </a:spcBef>
              <a:spcAft>
                <a:spcPts val="0"/>
              </a:spcAft>
              <a:buClr>
                <a:schemeClr val="accent3"/>
              </a:buClr>
              <a:buSzPts val="1400"/>
              <a:buFont typeface="Average"/>
              <a:buChar char="■"/>
              <a:defRPr sz="1400" b="0" i="0" u="none" strike="noStrike" cap="none">
                <a:solidFill>
                  <a:schemeClr val="accent3"/>
                </a:solidFill>
                <a:latin typeface="Average"/>
                <a:ea typeface="Average"/>
                <a:cs typeface="Average"/>
                <a:sym typeface="Average"/>
              </a:defRPr>
            </a:lvl3pPr>
            <a:lvl4pPr marL="1828800" marR="0" lvl="3" indent="-317500" algn="l">
              <a:lnSpc>
                <a:spcPct val="115000"/>
              </a:lnSpc>
              <a:spcBef>
                <a:spcPts val="1600"/>
              </a:spcBef>
              <a:spcAft>
                <a:spcPts val="0"/>
              </a:spcAft>
              <a:buClr>
                <a:schemeClr val="accent3"/>
              </a:buClr>
              <a:buSzPts val="1400"/>
              <a:buFont typeface="Average"/>
              <a:buChar char="●"/>
              <a:defRPr sz="1400" b="0" i="0" u="none" strike="noStrike" cap="none">
                <a:solidFill>
                  <a:schemeClr val="accent3"/>
                </a:solidFill>
                <a:latin typeface="Average"/>
                <a:ea typeface="Average"/>
                <a:cs typeface="Average"/>
                <a:sym typeface="Average"/>
              </a:defRPr>
            </a:lvl4pPr>
            <a:lvl5pPr marL="2286000" marR="0" lvl="4" indent="-317500" algn="l">
              <a:lnSpc>
                <a:spcPct val="115000"/>
              </a:lnSpc>
              <a:spcBef>
                <a:spcPts val="1600"/>
              </a:spcBef>
              <a:spcAft>
                <a:spcPts val="0"/>
              </a:spcAft>
              <a:buClr>
                <a:schemeClr val="accent3"/>
              </a:buClr>
              <a:buSzPts val="1400"/>
              <a:buFont typeface="Average"/>
              <a:buChar char="○"/>
              <a:defRPr sz="1400" b="0" i="0" u="none" strike="noStrike" cap="none">
                <a:solidFill>
                  <a:schemeClr val="accent3"/>
                </a:solidFill>
                <a:latin typeface="Average"/>
                <a:ea typeface="Average"/>
                <a:cs typeface="Average"/>
                <a:sym typeface="Average"/>
              </a:defRPr>
            </a:lvl5pPr>
            <a:lvl6pPr marL="2743200" marR="0" lvl="5" indent="-317500" algn="l">
              <a:lnSpc>
                <a:spcPct val="115000"/>
              </a:lnSpc>
              <a:spcBef>
                <a:spcPts val="1600"/>
              </a:spcBef>
              <a:spcAft>
                <a:spcPts val="0"/>
              </a:spcAft>
              <a:buClr>
                <a:schemeClr val="accent3"/>
              </a:buClr>
              <a:buSzPts val="1400"/>
              <a:buFont typeface="Average"/>
              <a:buChar char="■"/>
              <a:defRPr sz="1400" b="0" i="0" u="none" strike="noStrike" cap="none">
                <a:solidFill>
                  <a:schemeClr val="accent3"/>
                </a:solidFill>
                <a:latin typeface="Average"/>
                <a:ea typeface="Average"/>
                <a:cs typeface="Average"/>
                <a:sym typeface="Average"/>
              </a:defRPr>
            </a:lvl6pPr>
            <a:lvl7pPr marL="3200400" marR="0" lvl="6" indent="-317500" algn="l">
              <a:lnSpc>
                <a:spcPct val="115000"/>
              </a:lnSpc>
              <a:spcBef>
                <a:spcPts val="1600"/>
              </a:spcBef>
              <a:spcAft>
                <a:spcPts val="0"/>
              </a:spcAft>
              <a:buClr>
                <a:schemeClr val="accent3"/>
              </a:buClr>
              <a:buSzPts val="1400"/>
              <a:buFont typeface="Average"/>
              <a:buChar char="●"/>
              <a:defRPr sz="1400" b="0" i="0" u="none" strike="noStrike" cap="none">
                <a:solidFill>
                  <a:schemeClr val="accent3"/>
                </a:solidFill>
                <a:latin typeface="Average"/>
                <a:ea typeface="Average"/>
                <a:cs typeface="Average"/>
                <a:sym typeface="Average"/>
              </a:defRPr>
            </a:lvl7pPr>
            <a:lvl8pPr marL="3657600" marR="0" lvl="7" indent="-317500" algn="l">
              <a:lnSpc>
                <a:spcPct val="115000"/>
              </a:lnSpc>
              <a:spcBef>
                <a:spcPts val="1600"/>
              </a:spcBef>
              <a:spcAft>
                <a:spcPts val="0"/>
              </a:spcAft>
              <a:buClr>
                <a:schemeClr val="accent3"/>
              </a:buClr>
              <a:buSzPts val="1400"/>
              <a:buFont typeface="Average"/>
              <a:buChar char="○"/>
              <a:defRPr sz="1400" b="0" i="0" u="none" strike="noStrike" cap="none">
                <a:solidFill>
                  <a:schemeClr val="accent3"/>
                </a:solidFill>
                <a:latin typeface="Average"/>
                <a:ea typeface="Average"/>
                <a:cs typeface="Average"/>
                <a:sym typeface="Average"/>
              </a:defRPr>
            </a:lvl8pPr>
            <a:lvl9pPr marL="4114800" marR="0" lvl="8" indent="-317500" algn="l">
              <a:lnSpc>
                <a:spcPct val="115000"/>
              </a:lnSpc>
              <a:spcBef>
                <a:spcPts val="1600"/>
              </a:spcBef>
              <a:spcAft>
                <a:spcPts val="1600"/>
              </a:spcAft>
              <a:buClr>
                <a:schemeClr val="accent3"/>
              </a:buClr>
              <a:buSzPts val="1400"/>
              <a:buFont typeface="Average"/>
              <a:buChar char="■"/>
              <a:defRPr sz="1400" b="0" i="0" u="none" strike="noStrike" cap="none">
                <a:solidFill>
                  <a:schemeClr val="accent3"/>
                </a:solidFill>
                <a:latin typeface="Average"/>
                <a:ea typeface="Average"/>
                <a:cs typeface="Average"/>
                <a:sym typeface="Average"/>
              </a:defRPr>
            </a:lvl9pPr>
          </a:lstStyle>
          <a:p>
            <a:endParaRPr/>
          </a:p>
        </p:txBody>
      </p:sp>
      <p:sp>
        <p:nvSpPr>
          <p:cNvPr id="8" name="Google Shape;8;p18"/>
          <p:cNvSpPr txBox="1">
            <a:spLocks noGrp="1"/>
          </p:cNvSpPr>
          <p:nvPr>
            <p:ph type="sldNum" idx="12"/>
          </p:nvPr>
        </p:nvSpPr>
        <p:spPr>
          <a:xfrm>
            <a:off x="8490250" y="4681009"/>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9pPr>
          </a:lstStyle>
          <a:p>
            <a:pPr marL="0" lvl="0" indent="0" algn="r" rtl="0">
              <a:spcBef>
                <a:spcPts val="0"/>
              </a:spcBef>
              <a:spcAft>
                <a:spcPts val="0"/>
              </a:spcAft>
              <a:buNone/>
            </a:pPr>
            <a:fld id="{00000000-1234-1234-1234-123412341234}" type="slidenum">
              <a:rPr lang="fr"/>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pic>
        <p:nvPicPr>
          <p:cNvPr id="59" name="Google Shape;59;p1" title="MCGIlll.jpg"/>
          <p:cNvPicPr preferRelativeResize="0"/>
          <p:nvPr/>
        </p:nvPicPr>
        <p:blipFill rotWithShape="1">
          <a:blip r:embed="rId3">
            <a:alphaModFix/>
          </a:blip>
          <a:srcRect/>
          <a:stretch/>
        </p:blipFill>
        <p:spPr>
          <a:xfrm>
            <a:off x="13300" y="0"/>
            <a:ext cx="9117400" cy="5143500"/>
          </a:xfrm>
          <a:prstGeom prst="rect">
            <a:avLst/>
          </a:prstGeom>
          <a:noFill/>
          <a:ln>
            <a:noFill/>
          </a:ln>
        </p:spPr>
      </p:pic>
      <p:sp>
        <p:nvSpPr>
          <p:cNvPr id="60" name="Google Shape;60;p1"/>
          <p:cNvSpPr txBox="1"/>
          <p:nvPr/>
        </p:nvSpPr>
        <p:spPr>
          <a:xfrm>
            <a:off x="386750" y="855600"/>
            <a:ext cx="6730500" cy="2614800"/>
          </a:xfrm>
          <a:prstGeom prst="rect">
            <a:avLst/>
          </a:prstGeom>
          <a:noFill/>
          <a:ln>
            <a:noFill/>
          </a:ln>
        </p:spPr>
        <p:txBody>
          <a:bodyPr spcFirstLastPara="1" wrap="square" lIns="91425" tIns="91425" rIns="91425" bIns="91425" anchor="b" anchorCtr="0">
            <a:noAutofit/>
          </a:bodyPr>
          <a:lstStyle/>
          <a:p>
            <a:pPr marL="0" marR="0" lvl="0" indent="0" algn="ctr" rtl="0">
              <a:lnSpc>
                <a:spcPct val="95000"/>
              </a:lnSpc>
              <a:spcBef>
                <a:spcPts val="0"/>
              </a:spcBef>
              <a:spcAft>
                <a:spcPts val="0"/>
              </a:spcAft>
              <a:buClr>
                <a:srgbClr val="000000"/>
              </a:buClr>
              <a:buSzPts val="688"/>
              <a:buFont typeface="Arial"/>
              <a:buNone/>
            </a:pPr>
            <a:r>
              <a:rPr lang="fr" sz="2773" b="1" i="0" u="none" strike="noStrike" cap="none">
                <a:solidFill>
                  <a:srgbClr val="000000"/>
                </a:solidFill>
                <a:latin typeface="Calibri"/>
                <a:ea typeface="Calibri"/>
                <a:cs typeface="Calibri"/>
                <a:sym typeface="Calibri"/>
              </a:rPr>
              <a:t>Forecasting Neighborhood-Level Fire Risk in Montreal</a:t>
            </a:r>
            <a:endParaRPr sz="2973" b="1" i="0" u="none" strike="noStrike" cap="none">
              <a:solidFill>
                <a:srgbClr val="000000"/>
              </a:solidFill>
              <a:latin typeface="Calibri"/>
              <a:ea typeface="Calibri"/>
              <a:cs typeface="Calibri"/>
              <a:sym typeface="Calibri"/>
            </a:endParaRPr>
          </a:p>
          <a:p>
            <a:pPr marL="0" marR="0" lvl="0" indent="0" algn="ctr" rtl="0">
              <a:lnSpc>
                <a:spcPct val="95000"/>
              </a:lnSpc>
              <a:spcBef>
                <a:spcPts val="0"/>
              </a:spcBef>
              <a:spcAft>
                <a:spcPts val="0"/>
              </a:spcAft>
              <a:buClr>
                <a:srgbClr val="000000"/>
              </a:buClr>
              <a:buSzPts val="688"/>
              <a:buFont typeface="Arial"/>
              <a:buNone/>
            </a:pPr>
            <a:endParaRPr sz="1675" b="1" i="0" u="none" strike="noStrike" cap="none">
              <a:solidFill>
                <a:srgbClr val="FF0000"/>
              </a:solidFill>
              <a:latin typeface="Calibri"/>
              <a:ea typeface="Calibri"/>
              <a:cs typeface="Calibri"/>
              <a:sym typeface="Calibri"/>
            </a:endParaRPr>
          </a:p>
          <a:p>
            <a:pPr marL="0" marR="0" lvl="0" indent="0" algn="ctr" rtl="0">
              <a:lnSpc>
                <a:spcPct val="95000"/>
              </a:lnSpc>
              <a:spcBef>
                <a:spcPts val="0"/>
              </a:spcBef>
              <a:spcAft>
                <a:spcPts val="0"/>
              </a:spcAft>
              <a:buClr>
                <a:srgbClr val="000000"/>
              </a:buClr>
              <a:buSzPts val="688"/>
              <a:buFont typeface="Arial"/>
              <a:buNone/>
            </a:pPr>
            <a:r>
              <a:rPr lang="fr" sz="1875" b="1">
                <a:solidFill>
                  <a:srgbClr val="FF0000"/>
                </a:solidFill>
                <a:latin typeface="Calibri"/>
                <a:ea typeface="Calibri"/>
                <a:cs typeface="Calibri"/>
                <a:sym typeface="Calibri"/>
              </a:rPr>
              <a:t>Final Presentation</a:t>
            </a:r>
            <a:endParaRPr sz="1875" b="1" i="0" u="none" strike="noStrike" cap="none">
              <a:solidFill>
                <a:srgbClr val="FF0000"/>
              </a:solidFill>
              <a:latin typeface="Calibri"/>
              <a:ea typeface="Calibri"/>
              <a:cs typeface="Calibri"/>
              <a:sym typeface="Calibri"/>
            </a:endParaRPr>
          </a:p>
          <a:p>
            <a:pPr marL="0" marR="0" lvl="0" indent="0" algn="ctr" rtl="0">
              <a:lnSpc>
                <a:spcPct val="95000"/>
              </a:lnSpc>
              <a:spcBef>
                <a:spcPts val="0"/>
              </a:spcBef>
              <a:spcAft>
                <a:spcPts val="0"/>
              </a:spcAft>
              <a:buClr>
                <a:srgbClr val="000000"/>
              </a:buClr>
              <a:buSzPts val="688"/>
              <a:buFont typeface="Arial"/>
              <a:buNone/>
            </a:pPr>
            <a:endParaRPr sz="1675" b="1" i="0" u="none" strike="noStrike" cap="none">
              <a:solidFill>
                <a:srgbClr val="FF0000"/>
              </a:solidFill>
              <a:latin typeface="Calibri"/>
              <a:ea typeface="Calibri"/>
              <a:cs typeface="Calibri"/>
              <a:sym typeface="Calibri"/>
            </a:endParaRPr>
          </a:p>
          <a:p>
            <a:pPr marL="0" marR="0" lvl="0" indent="0" algn="ctr" rtl="0">
              <a:lnSpc>
                <a:spcPct val="95000"/>
              </a:lnSpc>
              <a:spcBef>
                <a:spcPts val="0"/>
              </a:spcBef>
              <a:spcAft>
                <a:spcPts val="0"/>
              </a:spcAft>
              <a:buClr>
                <a:srgbClr val="000000"/>
              </a:buClr>
              <a:buSzPts val="688"/>
              <a:buFont typeface="Arial"/>
              <a:buNone/>
            </a:pPr>
            <a:endParaRPr sz="1675" b="1" i="0" u="none" strike="noStrike" cap="none">
              <a:solidFill>
                <a:srgbClr val="FF0000"/>
              </a:solidFill>
              <a:latin typeface="Calibri"/>
              <a:ea typeface="Calibri"/>
              <a:cs typeface="Calibri"/>
              <a:sym typeface="Calibri"/>
            </a:endParaRPr>
          </a:p>
        </p:txBody>
      </p:sp>
      <p:sp>
        <p:nvSpPr>
          <p:cNvPr id="61" name="Google Shape;61;p1"/>
          <p:cNvSpPr/>
          <p:nvPr/>
        </p:nvSpPr>
        <p:spPr>
          <a:xfrm>
            <a:off x="386750" y="4041525"/>
            <a:ext cx="1698900" cy="3936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30A18"/>
              </a:buClr>
              <a:buSzPts val="1200"/>
              <a:buFont typeface="Calibri"/>
              <a:buNone/>
            </a:pPr>
            <a:r>
              <a:rPr lang="fr" sz="1200" b="1">
                <a:solidFill>
                  <a:srgbClr val="FF0000"/>
                </a:solidFill>
                <a:latin typeface="Calibri"/>
                <a:ea typeface="Calibri"/>
                <a:cs typeface="Calibri"/>
                <a:sym typeface="Calibri"/>
              </a:rPr>
              <a:t>November 5</a:t>
            </a:r>
            <a:r>
              <a:rPr lang="fr" sz="1200" b="1" i="0" u="none" strike="noStrike" cap="none">
                <a:solidFill>
                  <a:srgbClr val="FF0000"/>
                </a:solidFill>
                <a:latin typeface="Calibri"/>
                <a:ea typeface="Calibri"/>
                <a:cs typeface="Calibri"/>
                <a:sym typeface="Calibri"/>
              </a:rPr>
              <a:t>th , 2025</a:t>
            </a:r>
            <a:endParaRPr sz="1200" b="1" i="0" u="none" strike="noStrike" cap="none">
              <a:solidFill>
                <a:srgbClr val="FF0000"/>
              </a:solidFill>
              <a:latin typeface="Calibri"/>
              <a:ea typeface="Calibri"/>
              <a:cs typeface="Calibri"/>
              <a:sym typeface="Calibri"/>
            </a:endParaRPr>
          </a:p>
        </p:txBody>
      </p:sp>
      <p:sp>
        <p:nvSpPr>
          <p:cNvPr id="62" name="Google Shape;62;p1"/>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fr" sz="1000" b="0" i="0" u="none" strike="noStrike" cap="none">
                <a:solidFill>
                  <a:srgbClr val="595959"/>
                </a:solidFill>
                <a:latin typeface="Arial"/>
                <a:ea typeface="Arial"/>
                <a:cs typeface="Arial"/>
                <a:sym typeface="Arial"/>
              </a:rPr>
              <a:t>1</a:t>
            </a:fld>
            <a:endParaRPr sz="1000" b="0" i="0" u="none" strike="noStrike" cap="none">
              <a:solidFill>
                <a:srgbClr val="595959"/>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2"/>
          <p:cNvSpPr/>
          <p:nvPr/>
        </p:nvSpPr>
        <p:spPr>
          <a:xfrm>
            <a:off x="0" y="0"/>
            <a:ext cx="9161100" cy="24846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 name="Google Shape;68;p2"/>
          <p:cNvSpPr txBox="1">
            <a:spLocks noGrp="1"/>
          </p:cNvSpPr>
          <p:nvPr>
            <p:ph type="title" idx="4294967295"/>
          </p:nvPr>
        </p:nvSpPr>
        <p:spPr>
          <a:xfrm>
            <a:off x="311700" y="372500"/>
            <a:ext cx="8520600" cy="7335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000"/>
              <a:buNone/>
            </a:pPr>
            <a:r>
              <a:rPr lang="fr">
                <a:solidFill>
                  <a:schemeClr val="lt1"/>
                </a:solidFill>
              </a:rPr>
              <a:t>TEAM 3</a:t>
            </a:r>
            <a:endParaRPr>
              <a:solidFill>
                <a:schemeClr val="lt1"/>
              </a:solidFill>
            </a:endParaRPr>
          </a:p>
        </p:txBody>
      </p:sp>
      <p:sp>
        <p:nvSpPr>
          <p:cNvPr id="69" name="Google Shape;69;p2"/>
          <p:cNvSpPr txBox="1">
            <a:spLocks noGrp="1"/>
          </p:cNvSpPr>
          <p:nvPr>
            <p:ph type="body" idx="4294967295"/>
          </p:nvPr>
        </p:nvSpPr>
        <p:spPr>
          <a:xfrm>
            <a:off x="164950" y="3108900"/>
            <a:ext cx="2177400" cy="4362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1600"/>
              </a:spcAft>
              <a:buSzPts val="1800"/>
              <a:buNone/>
            </a:pPr>
            <a:r>
              <a:rPr lang="fr" sz="1700">
                <a:solidFill>
                  <a:schemeClr val="dk1"/>
                </a:solidFill>
              </a:rPr>
              <a:t>Hammed Akande</a:t>
            </a:r>
            <a:endParaRPr sz="1700">
              <a:solidFill>
                <a:schemeClr val="dk1"/>
              </a:solidFill>
            </a:endParaRPr>
          </a:p>
        </p:txBody>
      </p:sp>
      <p:cxnSp>
        <p:nvCxnSpPr>
          <p:cNvPr id="70" name="Google Shape;70;p2"/>
          <p:cNvCxnSpPr/>
          <p:nvPr/>
        </p:nvCxnSpPr>
        <p:spPr>
          <a:xfrm>
            <a:off x="1118175" y="3561938"/>
            <a:ext cx="270900" cy="0"/>
          </a:xfrm>
          <a:prstGeom prst="straightConnector1">
            <a:avLst/>
          </a:prstGeom>
          <a:noFill/>
          <a:ln w="9525" cap="flat" cmpd="sng">
            <a:solidFill>
              <a:schemeClr val="dk2"/>
            </a:solidFill>
            <a:prstDash val="solid"/>
            <a:round/>
            <a:headEnd type="none" w="sm" len="sm"/>
            <a:tailEnd type="none" w="sm" len="sm"/>
          </a:ln>
        </p:spPr>
      </p:cxnSp>
      <p:sp>
        <p:nvSpPr>
          <p:cNvPr id="71" name="Google Shape;71;p2"/>
          <p:cNvSpPr txBox="1">
            <a:spLocks noGrp="1"/>
          </p:cNvSpPr>
          <p:nvPr>
            <p:ph type="body" idx="4294967295"/>
          </p:nvPr>
        </p:nvSpPr>
        <p:spPr>
          <a:xfrm>
            <a:off x="2374559" y="3108900"/>
            <a:ext cx="2177400" cy="4362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1600"/>
              </a:spcAft>
              <a:buSzPts val="1800"/>
              <a:buNone/>
            </a:pPr>
            <a:r>
              <a:rPr lang="fr" sz="1700">
                <a:solidFill>
                  <a:schemeClr val="dk1"/>
                </a:solidFill>
              </a:rPr>
              <a:t>Osama Wanis</a:t>
            </a:r>
            <a:endParaRPr sz="1700">
              <a:solidFill>
                <a:schemeClr val="dk1"/>
              </a:solidFill>
            </a:endParaRPr>
          </a:p>
        </p:txBody>
      </p:sp>
      <p:cxnSp>
        <p:nvCxnSpPr>
          <p:cNvPr id="72" name="Google Shape;72;p2"/>
          <p:cNvCxnSpPr/>
          <p:nvPr/>
        </p:nvCxnSpPr>
        <p:spPr>
          <a:xfrm>
            <a:off x="3327800" y="3561938"/>
            <a:ext cx="270900" cy="0"/>
          </a:xfrm>
          <a:prstGeom prst="straightConnector1">
            <a:avLst/>
          </a:prstGeom>
          <a:noFill/>
          <a:ln w="9525" cap="flat" cmpd="sng">
            <a:solidFill>
              <a:schemeClr val="dk2"/>
            </a:solidFill>
            <a:prstDash val="solid"/>
            <a:round/>
            <a:headEnd type="none" w="sm" len="sm"/>
            <a:tailEnd type="none" w="sm" len="sm"/>
          </a:ln>
        </p:spPr>
      </p:cxnSp>
      <p:sp>
        <p:nvSpPr>
          <p:cNvPr id="73" name="Google Shape;73;p2"/>
          <p:cNvSpPr txBox="1">
            <a:spLocks noGrp="1"/>
          </p:cNvSpPr>
          <p:nvPr>
            <p:ph type="body" idx="4294967295"/>
          </p:nvPr>
        </p:nvSpPr>
        <p:spPr>
          <a:xfrm>
            <a:off x="4584180" y="3108900"/>
            <a:ext cx="2177400" cy="4362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1600"/>
              </a:spcAft>
              <a:buSzPts val="1800"/>
              <a:buNone/>
            </a:pPr>
            <a:r>
              <a:rPr lang="fr" sz="1700">
                <a:solidFill>
                  <a:schemeClr val="dk1"/>
                </a:solidFill>
              </a:rPr>
              <a:t>Pak Hang Lo</a:t>
            </a:r>
            <a:endParaRPr sz="1700">
              <a:solidFill>
                <a:schemeClr val="dk1"/>
              </a:solidFill>
            </a:endParaRPr>
          </a:p>
        </p:txBody>
      </p:sp>
      <p:cxnSp>
        <p:nvCxnSpPr>
          <p:cNvPr id="74" name="Google Shape;74;p2"/>
          <p:cNvCxnSpPr/>
          <p:nvPr/>
        </p:nvCxnSpPr>
        <p:spPr>
          <a:xfrm>
            <a:off x="5554075" y="3561938"/>
            <a:ext cx="270900" cy="0"/>
          </a:xfrm>
          <a:prstGeom prst="straightConnector1">
            <a:avLst/>
          </a:prstGeom>
          <a:noFill/>
          <a:ln w="9525" cap="flat" cmpd="sng">
            <a:solidFill>
              <a:schemeClr val="dk2"/>
            </a:solidFill>
            <a:prstDash val="solid"/>
            <a:round/>
            <a:headEnd type="none" w="sm" len="sm"/>
            <a:tailEnd type="none" w="sm" len="sm"/>
          </a:ln>
        </p:spPr>
      </p:cxnSp>
      <p:sp>
        <p:nvSpPr>
          <p:cNvPr id="75" name="Google Shape;75;p2"/>
          <p:cNvSpPr txBox="1">
            <a:spLocks noGrp="1"/>
          </p:cNvSpPr>
          <p:nvPr>
            <p:ph type="body" idx="4294967295"/>
          </p:nvPr>
        </p:nvSpPr>
        <p:spPr>
          <a:xfrm>
            <a:off x="6793801" y="3108900"/>
            <a:ext cx="2177400" cy="4362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1600"/>
              </a:spcAft>
              <a:buSzPts val="1800"/>
              <a:buNone/>
            </a:pPr>
            <a:r>
              <a:rPr lang="fr" sz="1700">
                <a:solidFill>
                  <a:schemeClr val="dk1"/>
                </a:solidFill>
              </a:rPr>
              <a:t>Ekué Afanou</a:t>
            </a:r>
            <a:endParaRPr sz="1700">
              <a:solidFill>
                <a:schemeClr val="dk1"/>
              </a:solidFill>
            </a:endParaRPr>
          </a:p>
        </p:txBody>
      </p:sp>
      <p:cxnSp>
        <p:nvCxnSpPr>
          <p:cNvPr id="76" name="Google Shape;76;p2"/>
          <p:cNvCxnSpPr/>
          <p:nvPr/>
        </p:nvCxnSpPr>
        <p:spPr>
          <a:xfrm>
            <a:off x="7747050" y="3561938"/>
            <a:ext cx="270900" cy="0"/>
          </a:xfrm>
          <a:prstGeom prst="straightConnector1">
            <a:avLst/>
          </a:prstGeom>
          <a:noFill/>
          <a:ln w="9525" cap="flat" cmpd="sng">
            <a:solidFill>
              <a:schemeClr val="dk2"/>
            </a:solidFill>
            <a:prstDash val="solid"/>
            <a:round/>
            <a:headEnd type="none" w="sm" len="sm"/>
            <a:tailEnd type="none" w="sm" len="sm"/>
          </a:ln>
        </p:spPr>
      </p:cxnSp>
      <p:pic>
        <p:nvPicPr>
          <p:cNvPr id="77" name="Google Shape;77;p2"/>
          <p:cNvPicPr preferRelativeResize="0"/>
          <p:nvPr/>
        </p:nvPicPr>
        <p:blipFill rotWithShape="1">
          <a:blip r:embed="rId3">
            <a:alphaModFix/>
          </a:blip>
          <a:srcRect/>
          <a:stretch/>
        </p:blipFill>
        <p:spPr>
          <a:xfrm>
            <a:off x="311700" y="1285300"/>
            <a:ext cx="1644300" cy="1727100"/>
          </a:xfrm>
          <a:prstGeom prst="ellipse">
            <a:avLst/>
          </a:prstGeom>
          <a:noFill/>
          <a:ln>
            <a:noFill/>
          </a:ln>
        </p:spPr>
      </p:pic>
      <p:pic>
        <p:nvPicPr>
          <p:cNvPr id="78" name="Google Shape;78;p2"/>
          <p:cNvPicPr preferRelativeResize="0"/>
          <p:nvPr/>
        </p:nvPicPr>
        <p:blipFill rotWithShape="1">
          <a:blip r:embed="rId4">
            <a:alphaModFix/>
          </a:blip>
          <a:srcRect/>
          <a:stretch/>
        </p:blipFill>
        <p:spPr>
          <a:xfrm>
            <a:off x="2641098" y="1285300"/>
            <a:ext cx="1644300" cy="1644300"/>
          </a:xfrm>
          <a:prstGeom prst="ellipse">
            <a:avLst/>
          </a:prstGeom>
          <a:noFill/>
          <a:ln>
            <a:noFill/>
          </a:ln>
        </p:spPr>
      </p:pic>
      <p:pic>
        <p:nvPicPr>
          <p:cNvPr id="79" name="Google Shape;79;p2"/>
          <p:cNvPicPr preferRelativeResize="0"/>
          <p:nvPr/>
        </p:nvPicPr>
        <p:blipFill rotWithShape="1">
          <a:blip r:embed="rId5">
            <a:alphaModFix/>
          </a:blip>
          <a:srcRect/>
          <a:stretch/>
        </p:blipFill>
        <p:spPr>
          <a:xfrm>
            <a:off x="4850725" y="1368050"/>
            <a:ext cx="1644300" cy="1644300"/>
          </a:xfrm>
          <a:prstGeom prst="ellipse">
            <a:avLst/>
          </a:prstGeom>
          <a:noFill/>
          <a:ln>
            <a:noFill/>
          </a:ln>
        </p:spPr>
      </p:pic>
      <p:pic>
        <p:nvPicPr>
          <p:cNvPr id="80" name="Google Shape;80;p2"/>
          <p:cNvPicPr preferRelativeResize="0"/>
          <p:nvPr/>
        </p:nvPicPr>
        <p:blipFill rotWithShape="1">
          <a:blip r:embed="rId6">
            <a:alphaModFix/>
          </a:blip>
          <a:srcRect l="34456" r="19517" b="53047"/>
          <a:stretch/>
        </p:blipFill>
        <p:spPr>
          <a:xfrm>
            <a:off x="7118125" y="1285300"/>
            <a:ext cx="1644300" cy="1644300"/>
          </a:xfrm>
          <a:prstGeom prst="ellipse">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84"/>
        <p:cNvGrpSpPr/>
        <p:nvPr/>
      </p:nvGrpSpPr>
      <p:grpSpPr>
        <a:xfrm>
          <a:off x="0" y="0"/>
          <a:ext cx="0" cy="0"/>
          <a:chOff x="0" y="0"/>
          <a:chExt cx="0" cy="0"/>
        </a:xfrm>
      </p:grpSpPr>
      <p:sp>
        <p:nvSpPr>
          <p:cNvPr id="85" name="Google Shape;85;p3"/>
          <p:cNvSpPr txBox="1">
            <a:spLocks noGrp="1"/>
          </p:cNvSpPr>
          <p:nvPr>
            <p:ph type="title"/>
          </p:nvPr>
        </p:nvSpPr>
        <p:spPr>
          <a:xfrm>
            <a:off x="311700" y="149351"/>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000"/>
              <a:buNone/>
            </a:pPr>
            <a:r>
              <a:rPr lang="fr" b="1">
                <a:solidFill>
                  <a:schemeClr val="lt1"/>
                </a:solidFill>
                <a:latin typeface="Arial"/>
                <a:ea typeface="Arial"/>
                <a:cs typeface="Arial"/>
                <a:sym typeface="Arial"/>
              </a:rPr>
              <a:t>Outlines</a:t>
            </a:r>
            <a:endParaRPr b="1">
              <a:solidFill>
                <a:schemeClr val="lt1"/>
              </a:solidFill>
              <a:latin typeface="Arial"/>
              <a:ea typeface="Arial"/>
              <a:cs typeface="Arial"/>
              <a:sym typeface="Arial"/>
            </a:endParaRPr>
          </a:p>
        </p:txBody>
      </p:sp>
      <p:sp>
        <p:nvSpPr>
          <p:cNvPr id="86" name="Google Shape;86;p3"/>
          <p:cNvSpPr txBox="1">
            <a:spLocks noGrp="1"/>
          </p:cNvSpPr>
          <p:nvPr>
            <p:ph type="body" idx="1"/>
          </p:nvPr>
        </p:nvSpPr>
        <p:spPr>
          <a:xfrm>
            <a:off x="355350" y="722050"/>
            <a:ext cx="8414100" cy="4284600"/>
          </a:xfrm>
          <a:prstGeom prst="rect">
            <a:avLst/>
          </a:prstGeom>
          <a:noFill/>
          <a:ln>
            <a:noFill/>
          </a:ln>
        </p:spPr>
        <p:txBody>
          <a:bodyPr spcFirstLastPara="1" wrap="square" lIns="91425" tIns="91425" rIns="91425" bIns="91425" anchor="t" anchorCtr="0">
            <a:noAutofit/>
          </a:bodyPr>
          <a:lstStyle/>
          <a:p>
            <a:pPr marL="457200" lvl="0" indent="-457200" algn="l" rtl="0">
              <a:lnSpc>
                <a:spcPct val="150000"/>
              </a:lnSpc>
              <a:spcBef>
                <a:spcPts val="0"/>
              </a:spcBef>
              <a:spcAft>
                <a:spcPts val="0"/>
              </a:spcAft>
              <a:buClr>
                <a:schemeClr val="lt1"/>
              </a:buClr>
              <a:buSzPts val="1800"/>
              <a:buFont typeface="Oswald"/>
              <a:buChar char="●"/>
            </a:pPr>
            <a:r>
              <a:rPr lang="fr" sz="1900">
                <a:solidFill>
                  <a:schemeClr val="lt1"/>
                </a:solidFill>
                <a:latin typeface="Arial"/>
                <a:ea typeface="Arial"/>
                <a:cs typeface="Arial"/>
                <a:sym typeface="Arial"/>
              </a:rPr>
              <a:t>Context of the Project </a:t>
            </a:r>
            <a:r>
              <a:rPr lang="fr" sz="1300">
                <a:solidFill>
                  <a:schemeClr val="lt1"/>
                </a:solidFill>
                <a:latin typeface="Arial"/>
                <a:ea typeface="Arial"/>
                <a:cs typeface="Arial"/>
                <a:sym typeface="Arial"/>
              </a:rPr>
              <a:t>(What happened)</a:t>
            </a:r>
            <a:endParaRPr sz="1300">
              <a:solidFill>
                <a:schemeClr val="lt1"/>
              </a:solidFill>
              <a:latin typeface="Arial"/>
              <a:ea typeface="Arial"/>
              <a:cs typeface="Arial"/>
              <a:sym typeface="Arial"/>
            </a:endParaRPr>
          </a:p>
          <a:p>
            <a:pPr marL="457200" lvl="0" indent="-457200" algn="l" rtl="0">
              <a:lnSpc>
                <a:spcPct val="150000"/>
              </a:lnSpc>
              <a:spcBef>
                <a:spcPts val="600"/>
              </a:spcBef>
              <a:spcAft>
                <a:spcPts val="0"/>
              </a:spcAft>
              <a:buClr>
                <a:schemeClr val="lt1"/>
              </a:buClr>
              <a:buSzPts val="1800"/>
              <a:buFont typeface="Oswald"/>
              <a:buChar char="●"/>
            </a:pPr>
            <a:r>
              <a:rPr lang="fr" sz="1900">
                <a:solidFill>
                  <a:schemeClr val="lt1"/>
                </a:solidFill>
                <a:latin typeface="Arial"/>
                <a:ea typeface="Arial"/>
                <a:cs typeface="Arial"/>
                <a:sym typeface="Arial"/>
              </a:rPr>
              <a:t>Datasets Explored </a:t>
            </a:r>
            <a:r>
              <a:rPr lang="fr" sz="1300">
                <a:solidFill>
                  <a:schemeClr val="lt1"/>
                </a:solidFill>
                <a:latin typeface="Arial"/>
                <a:ea typeface="Arial"/>
                <a:cs typeface="Arial"/>
                <a:sym typeface="Arial"/>
              </a:rPr>
              <a:t>(Which data do we have)</a:t>
            </a:r>
            <a:endParaRPr sz="1300">
              <a:solidFill>
                <a:schemeClr val="lt1"/>
              </a:solidFill>
              <a:latin typeface="Arial"/>
              <a:ea typeface="Arial"/>
              <a:cs typeface="Arial"/>
              <a:sym typeface="Arial"/>
            </a:endParaRPr>
          </a:p>
          <a:p>
            <a:pPr marL="457200" lvl="0" indent="-457200" algn="l" rtl="0">
              <a:lnSpc>
                <a:spcPct val="150000"/>
              </a:lnSpc>
              <a:spcBef>
                <a:spcPts val="600"/>
              </a:spcBef>
              <a:spcAft>
                <a:spcPts val="0"/>
              </a:spcAft>
              <a:buClr>
                <a:schemeClr val="lt1"/>
              </a:buClr>
              <a:buSzPts val="1800"/>
              <a:buFont typeface="Oswald"/>
              <a:buChar char="●"/>
            </a:pPr>
            <a:r>
              <a:rPr lang="fr" sz="1900">
                <a:solidFill>
                  <a:schemeClr val="lt1"/>
                </a:solidFill>
                <a:latin typeface="Arial"/>
                <a:ea typeface="Arial"/>
                <a:cs typeface="Arial"/>
                <a:sym typeface="Arial"/>
              </a:rPr>
              <a:t>Target Variable </a:t>
            </a:r>
            <a:r>
              <a:rPr lang="fr" sz="1300">
                <a:solidFill>
                  <a:schemeClr val="lt1"/>
                </a:solidFill>
                <a:latin typeface="Arial"/>
                <a:ea typeface="Arial"/>
                <a:cs typeface="Arial"/>
                <a:sym typeface="Arial"/>
              </a:rPr>
              <a:t>(What We’re Predicting)</a:t>
            </a:r>
            <a:endParaRPr sz="1300">
              <a:solidFill>
                <a:schemeClr val="lt1"/>
              </a:solidFill>
              <a:latin typeface="Arial"/>
              <a:ea typeface="Arial"/>
              <a:cs typeface="Arial"/>
              <a:sym typeface="Arial"/>
            </a:endParaRPr>
          </a:p>
          <a:p>
            <a:pPr marL="457200" lvl="0" indent="-457200" algn="l" rtl="0">
              <a:lnSpc>
                <a:spcPct val="150000"/>
              </a:lnSpc>
              <a:spcBef>
                <a:spcPts val="600"/>
              </a:spcBef>
              <a:spcAft>
                <a:spcPts val="0"/>
              </a:spcAft>
              <a:buClr>
                <a:schemeClr val="lt1"/>
              </a:buClr>
              <a:buSzPts val="1800"/>
              <a:buFont typeface="Oswald"/>
              <a:buChar char="●"/>
            </a:pPr>
            <a:r>
              <a:rPr lang="fr" sz="1900">
                <a:solidFill>
                  <a:schemeClr val="lt1"/>
                </a:solidFill>
                <a:latin typeface="Arial"/>
                <a:ea typeface="Arial"/>
                <a:cs typeface="Arial"/>
                <a:sym typeface="Arial"/>
              </a:rPr>
              <a:t>Features Identification  and Creation </a:t>
            </a:r>
            <a:r>
              <a:rPr lang="fr" sz="1300">
                <a:solidFill>
                  <a:schemeClr val="lt1"/>
                </a:solidFill>
                <a:latin typeface="Arial"/>
                <a:ea typeface="Arial"/>
                <a:cs typeface="Arial"/>
                <a:sym typeface="Arial"/>
              </a:rPr>
              <a:t>(What Matters Most and What We Built)</a:t>
            </a:r>
            <a:endParaRPr sz="1300">
              <a:solidFill>
                <a:schemeClr val="lt1"/>
              </a:solidFill>
              <a:latin typeface="Arial"/>
              <a:ea typeface="Arial"/>
              <a:cs typeface="Arial"/>
              <a:sym typeface="Arial"/>
            </a:endParaRPr>
          </a:p>
          <a:p>
            <a:pPr marL="457200" lvl="0" indent="-457200" algn="l" rtl="0">
              <a:lnSpc>
                <a:spcPct val="150000"/>
              </a:lnSpc>
              <a:spcBef>
                <a:spcPts val="600"/>
              </a:spcBef>
              <a:spcAft>
                <a:spcPts val="0"/>
              </a:spcAft>
              <a:buClr>
                <a:schemeClr val="lt1"/>
              </a:buClr>
              <a:buSzPts val="1800"/>
              <a:buFont typeface="Oswald"/>
              <a:buChar char="●"/>
            </a:pPr>
            <a:r>
              <a:rPr lang="fr" sz="1900">
                <a:solidFill>
                  <a:schemeClr val="lt1"/>
                </a:solidFill>
                <a:latin typeface="Arial"/>
                <a:ea typeface="Arial"/>
                <a:cs typeface="Arial"/>
                <a:sym typeface="Arial"/>
              </a:rPr>
              <a:t>Modelling Explored </a:t>
            </a:r>
            <a:r>
              <a:rPr lang="fr" sz="1300">
                <a:solidFill>
                  <a:schemeClr val="lt1"/>
                </a:solidFill>
                <a:latin typeface="Arial"/>
                <a:ea typeface="Arial"/>
                <a:cs typeface="Arial"/>
                <a:sym typeface="Arial"/>
              </a:rPr>
              <a:t>(Random Forest Classifier and ROE)</a:t>
            </a:r>
            <a:endParaRPr sz="1300">
              <a:solidFill>
                <a:schemeClr val="lt1"/>
              </a:solidFill>
              <a:latin typeface="Arial"/>
              <a:ea typeface="Arial"/>
              <a:cs typeface="Arial"/>
              <a:sym typeface="Arial"/>
            </a:endParaRPr>
          </a:p>
          <a:p>
            <a:pPr marL="457200" lvl="0" indent="-457200" algn="l" rtl="0">
              <a:lnSpc>
                <a:spcPct val="150000"/>
              </a:lnSpc>
              <a:spcBef>
                <a:spcPts val="600"/>
              </a:spcBef>
              <a:spcAft>
                <a:spcPts val="0"/>
              </a:spcAft>
              <a:buClr>
                <a:schemeClr val="lt1"/>
              </a:buClr>
              <a:buSzPts val="1800"/>
              <a:buFont typeface="Oswald"/>
              <a:buChar char="●"/>
            </a:pPr>
            <a:r>
              <a:rPr lang="fr" sz="1900">
                <a:solidFill>
                  <a:schemeClr val="lt1"/>
                </a:solidFill>
                <a:latin typeface="Arial"/>
                <a:ea typeface="Arial"/>
                <a:cs typeface="Arial"/>
                <a:sym typeface="Arial"/>
              </a:rPr>
              <a:t>Evaluation &amp; Results </a:t>
            </a:r>
            <a:r>
              <a:rPr lang="fr" sz="1300">
                <a:solidFill>
                  <a:schemeClr val="lt1"/>
                </a:solidFill>
                <a:latin typeface="Arial"/>
                <a:ea typeface="Arial"/>
                <a:cs typeface="Arial"/>
                <a:sym typeface="Arial"/>
              </a:rPr>
              <a:t>(How They Performed)</a:t>
            </a:r>
            <a:endParaRPr sz="1300">
              <a:solidFill>
                <a:schemeClr val="lt1"/>
              </a:solidFill>
              <a:latin typeface="Arial"/>
              <a:ea typeface="Arial"/>
              <a:cs typeface="Arial"/>
              <a:sym typeface="Arial"/>
            </a:endParaRPr>
          </a:p>
          <a:p>
            <a:pPr marL="457200" lvl="0" indent="-444500" algn="l" rtl="0">
              <a:lnSpc>
                <a:spcPct val="150000"/>
              </a:lnSpc>
              <a:spcBef>
                <a:spcPts val="600"/>
              </a:spcBef>
              <a:spcAft>
                <a:spcPts val="0"/>
              </a:spcAft>
              <a:buClr>
                <a:schemeClr val="lt1"/>
              </a:buClr>
              <a:buSzPts val="1600"/>
              <a:buFont typeface="Oswald"/>
              <a:buChar char="●"/>
            </a:pPr>
            <a:r>
              <a:rPr lang="fr" sz="1900">
                <a:solidFill>
                  <a:schemeClr val="lt1"/>
                </a:solidFill>
                <a:latin typeface="Arial"/>
                <a:ea typeface="Arial"/>
                <a:cs typeface="Arial"/>
                <a:sym typeface="Arial"/>
              </a:rPr>
              <a:t>Recommendations</a:t>
            </a:r>
            <a:endParaRPr sz="1900">
              <a:solidFill>
                <a:schemeClr val="lt1"/>
              </a:solidFill>
              <a:latin typeface="Arial"/>
              <a:ea typeface="Arial"/>
              <a:cs typeface="Arial"/>
              <a:sym typeface="Arial"/>
            </a:endParaRPr>
          </a:p>
          <a:p>
            <a:pPr marL="457200" lvl="0" indent="-444500" algn="l" rtl="0">
              <a:lnSpc>
                <a:spcPct val="150000"/>
              </a:lnSpc>
              <a:spcBef>
                <a:spcPts val="600"/>
              </a:spcBef>
              <a:spcAft>
                <a:spcPts val="600"/>
              </a:spcAft>
              <a:buClr>
                <a:schemeClr val="lt1"/>
              </a:buClr>
              <a:buSzPts val="1600"/>
              <a:buFont typeface="Oswald"/>
              <a:buChar char="●"/>
            </a:pPr>
            <a:r>
              <a:rPr lang="fr" sz="1900">
                <a:solidFill>
                  <a:schemeClr val="lt1"/>
                </a:solidFill>
                <a:latin typeface="Arial"/>
                <a:ea typeface="Arial"/>
                <a:cs typeface="Arial"/>
                <a:sym typeface="Arial"/>
              </a:rPr>
              <a:t>Conclusions</a:t>
            </a:r>
            <a:endParaRPr sz="1300">
              <a:solidFill>
                <a:schemeClr val="lt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90"/>
        <p:cNvGrpSpPr/>
        <p:nvPr/>
      </p:nvGrpSpPr>
      <p:grpSpPr>
        <a:xfrm>
          <a:off x="0" y="0"/>
          <a:ext cx="0" cy="0"/>
          <a:chOff x="0" y="0"/>
          <a:chExt cx="0" cy="0"/>
        </a:xfrm>
      </p:grpSpPr>
      <p:sp>
        <p:nvSpPr>
          <p:cNvPr id="91" name="Google Shape;91;p4"/>
          <p:cNvSpPr txBox="1">
            <a:spLocks noGrp="1"/>
          </p:cNvSpPr>
          <p:nvPr>
            <p:ph type="title"/>
          </p:nvPr>
        </p:nvSpPr>
        <p:spPr>
          <a:xfrm>
            <a:off x="295673" y="1078663"/>
            <a:ext cx="8530751" cy="3578862"/>
          </a:xfrm>
          <a:prstGeom prst="rect">
            <a:avLst/>
          </a:prstGeom>
          <a:noFill/>
          <a:ln>
            <a:noFill/>
          </a:ln>
        </p:spPr>
        <p:txBody>
          <a:bodyPr spcFirstLastPara="1" wrap="square" lIns="91425" tIns="91425" rIns="91425" bIns="91425" anchor="ctr" anchorCtr="0">
            <a:noAutofit/>
          </a:bodyPr>
          <a:lstStyle/>
          <a:p>
            <a:pPr marL="342900" lvl="0" indent="-342900" algn="just" rtl="0">
              <a:lnSpc>
                <a:spcPct val="150000"/>
              </a:lnSpc>
              <a:spcBef>
                <a:spcPts val="600"/>
              </a:spcBef>
              <a:spcAft>
                <a:spcPts val="0"/>
              </a:spcAft>
              <a:buSzPts val="3000"/>
              <a:buFont typeface="Arial"/>
              <a:buChar char="•"/>
            </a:pPr>
            <a:r>
              <a:rPr lang="fr" sz="2000">
                <a:latin typeface="Arial"/>
                <a:ea typeface="Arial"/>
                <a:cs typeface="Arial"/>
                <a:sym typeface="Arial"/>
              </a:rPr>
              <a:t>Montreal has experienced costly urban </a:t>
            </a:r>
            <a:r>
              <a:rPr lang="fr" sz="2000" u="sng">
                <a:latin typeface="Arial"/>
                <a:ea typeface="Arial"/>
                <a:cs typeface="Arial"/>
                <a:sym typeface="Arial"/>
              </a:rPr>
              <a:t>fire incidents concentrated in specific neighborhoods and seasons</a:t>
            </a:r>
            <a:r>
              <a:rPr lang="fr" sz="2000">
                <a:latin typeface="Arial"/>
                <a:ea typeface="Arial"/>
                <a:cs typeface="Arial"/>
                <a:sym typeface="Arial"/>
              </a:rPr>
              <a:t>, stretching prevention resources and exposing gaps in reactive, routine inspections.</a:t>
            </a:r>
            <a:endParaRPr sz="2000">
              <a:latin typeface="Arial"/>
              <a:ea typeface="Arial"/>
              <a:cs typeface="Arial"/>
              <a:sym typeface="Arial"/>
            </a:endParaRPr>
          </a:p>
          <a:p>
            <a:pPr marL="171450" lvl="0" indent="-76200" algn="just" rtl="0">
              <a:lnSpc>
                <a:spcPct val="150000"/>
              </a:lnSpc>
              <a:spcBef>
                <a:spcPts val="600"/>
              </a:spcBef>
              <a:spcAft>
                <a:spcPts val="0"/>
              </a:spcAft>
              <a:buSzPts val="1500"/>
              <a:buFont typeface="Arial"/>
              <a:buNone/>
            </a:pPr>
            <a:endParaRPr sz="1000">
              <a:latin typeface="Arial"/>
              <a:ea typeface="Arial"/>
              <a:cs typeface="Arial"/>
              <a:sym typeface="Arial"/>
            </a:endParaRPr>
          </a:p>
          <a:p>
            <a:pPr marL="342900" lvl="0" indent="-342900" algn="just" rtl="0">
              <a:lnSpc>
                <a:spcPct val="150000"/>
              </a:lnSpc>
              <a:spcBef>
                <a:spcPts val="600"/>
              </a:spcBef>
              <a:spcAft>
                <a:spcPts val="0"/>
              </a:spcAft>
              <a:buSzPts val="3000"/>
              <a:buFont typeface="Arial"/>
              <a:buChar char="•"/>
            </a:pPr>
            <a:r>
              <a:rPr lang="fr" sz="2000">
                <a:latin typeface="Arial"/>
                <a:ea typeface="Arial"/>
                <a:cs typeface="Arial"/>
                <a:sym typeface="Arial"/>
              </a:rPr>
              <a:t>This project was launched to </a:t>
            </a:r>
            <a:r>
              <a:rPr lang="fr" sz="2000" u="sng">
                <a:latin typeface="Arial"/>
                <a:ea typeface="Arial"/>
                <a:cs typeface="Arial"/>
                <a:sym typeface="Arial"/>
              </a:rPr>
              <a:t>shift from reactive response to proactive risk forecasting</a:t>
            </a:r>
            <a:r>
              <a:rPr lang="fr" sz="2000">
                <a:latin typeface="Arial"/>
                <a:ea typeface="Arial"/>
                <a:cs typeface="Arial"/>
                <a:sym typeface="Arial"/>
              </a:rPr>
              <a:t>, guiding monthly hotspot inspections, outreach, and resource planning.</a:t>
            </a:r>
            <a:endParaRPr sz="2000">
              <a:latin typeface="Arial"/>
              <a:ea typeface="Arial"/>
              <a:cs typeface="Arial"/>
              <a:sym typeface="Arial"/>
            </a:endParaRPr>
          </a:p>
        </p:txBody>
      </p:sp>
      <p:sp>
        <p:nvSpPr>
          <p:cNvPr id="92" name="Google Shape;92;p4"/>
          <p:cNvSpPr txBox="1">
            <a:spLocks noGrp="1"/>
          </p:cNvSpPr>
          <p:nvPr>
            <p:ph type="title"/>
          </p:nvPr>
        </p:nvSpPr>
        <p:spPr>
          <a:xfrm>
            <a:off x="1199357" y="131731"/>
            <a:ext cx="6636900" cy="8145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100"/>
              </a:spcBef>
              <a:spcAft>
                <a:spcPts val="0"/>
              </a:spcAft>
              <a:buSzPts val="4800"/>
              <a:buNone/>
            </a:pPr>
            <a:r>
              <a:rPr lang="fr" sz="2800" b="1">
                <a:solidFill>
                  <a:schemeClr val="lt1"/>
                </a:solidFill>
                <a:latin typeface="Arial"/>
                <a:ea typeface="Arial"/>
                <a:cs typeface="Arial"/>
                <a:sym typeface="Arial"/>
              </a:rPr>
              <a:t>Introduction</a:t>
            </a:r>
            <a:endParaRPr sz="2800" b="1">
              <a:solidFill>
                <a:schemeClr val="lt1"/>
              </a:solidFill>
              <a:latin typeface="Arial"/>
              <a:ea typeface="Arial"/>
              <a:cs typeface="Arial"/>
              <a:sym typeface="Arial"/>
            </a:endParaRPr>
          </a:p>
          <a:p>
            <a:pPr marL="0" lvl="0" indent="0" algn="ctr" rtl="0">
              <a:lnSpc>
                <a:spcPct val="100000"/>
              </a:lnSpc>
              <a:spcBef>
                <a:spcPts val="1000"/>
              </a:spcBef>
              <a:spcAft>
                <a:spcPts val="1000"/>
              </a:spcAft>
              <a:buSzPts val="4800"/>
              <a:buNone/>
            </a:pPr>
            <a:r>
              <a:rPr lang="fr" sz="1800" b="1">
                <a:solidFill>
                  <a:schemeClr val="lt1"/>
                </a:solidFill>
                <a:latin typeface="Arial"/>
                <a:ea typeface="Arial"/>
                <a:cs typeface="Arial"/>
                <a:sym typeface="Arial"/>
              </a:rPr>
              <a:t>(What happened)</a:t>
            </a:r>
            <a:endParaRPr sz="1800">
              <a:solidFill>
                <a:schemeClr val="lt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96"/>
        <p:cNvGrpSpPr/>
        <p:nvPr/>
      </p:nvGrpSpPr>
      <p:grpSpPr>
        <a:xfrm>
          <a:off x="0" y="0"/>
          <a:ext cx="0" cy="0"/>
          <a:chOff x="0" y="0"/>
          <a:chExt cx="0" cy="0"/>
        </a:xfrm>
      </p:grpSpPr>
      <p:sp>
        <p:nvSpPr>
          <p:cNvPr id="97" name="Google Shape;97;p6"/>
          <p:cNvSpPr txBox="1">
            <a:spLocks noGrp="1"/>
          </p:cNvSpPr>
          <p:nvPr>
            <p:ph type="body" idx="4294967295"/>
          </p:nvPr>
        </p:nvSpPr>
        <p:spPr>
          <a:xfrm>
            <a:off x="249000" y="1064450"/>
            <a:ext cx="3736800" cy="2272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800"/>
              <a:buFont typeface="Arial"/>
              <a:buNone/>
            </a:pPr>
            <a:r>
              <a:rPr lang="fr" sz="2000" b="0" i="0" u="none" strike="noStrike" cap="none">
                <a:solidFill>
                  <a:schemeClr val="lt1"/>
                </a:solidFill>
                <a:latin typeface="Arial"/>
                <a:ea typeface="Arial"/>
                <a:cs typeface="Arial"/>
                <a:sym typeface="Arial"/>
              </a:rPr>
              <a:t>We used </a:t>
            </a:r>
            <a:r>
              <a:rPr lang="fr" sz="2000">
                <a:solidFill>
                  <a:schemeClr val="lt1"/>
                </a:solidFill>
                <a:latin typeface="Arial"/>
                <a:ea typeface="Arial"/>
                <a:cs typeface="Arial"/>
                <a:sym typeface="Arial"/>
              </a:rPr>
              <a:t>three </a:t>
            </a:r>
            <a:r>
              <a:rPr lang="fr" sz="2000" b="0" i="0" u="none" strike="noStrike" cap="none">
                <a:solidFill>
                  <a:schemeClr val="lt1"/>
                </a:solidFill>
                <a:latin typeface="Arial"/>
                <a:ea typeface="Arial"/>
                <a:cs typeface="Arial"/>
                <a:sym typeface="Arial"/>
              </a:rPr>
              <a:t>datasets</a:t>
            </a:r>
            <a:r>
              <a:rPr lang="fr" sz="2000">
                <a:solidFill>
                  <a:schemeClr val="lt1"/>
                </a:solidFill>
                <a:latin typeface="Arial"/>
                <a:ea typeface="Arial"/>
                <a:cs typeface="Arial"/>
                <a:sym typeface="Arial"/>
              </a:rPr>
              <a:t> : </a:t>
            </a:r>
            <a:endParaRPr/>
          </a:p>
          <a:p>
            <a:pPr marL="457200" lvl="0" indent="-457200" algn="l" rtl="0">
              <a:lnSpc>
                <a:spcPct val="115000"/>
              </a:lnSpc>
              <a:spcBef>
                <a:spcPts val="600"/>
              </a:spcBef>
              <a:spcAft>
                <a:spcPts val="0"/>
              </a:spcAft>
              <a:buClr>
                <a:srgbClr val="000000"/>
              </a:buClr>
              <a:buSzPts val="1800"/>
              <a:buFont typeface="Arial"/>
              <a:buAutoNum type="alphaUcParenR"/>
            </a:pPr>
            <a:r>
              <a:rPr lang="fr" sz="2000" b="1" strike="noStrike" cap="none">
                <a:solidFill>
                  <a:schemeClr val="lt1"/>
                </a:solidFill>
                <a:latin typeface="Arial"/>
                <a:ea typeface="Arial"/>
                <a:cs typeface="Arial"/>
                <a:sym typeface="Arial"/>
              </a:rPr>
              <a:t>Fire Events: </a:t>
            </a:r>
            <a:r>
              <a:rPr lang="fr" sz="2000" b="0" i="0" u="none" strike="noStrike" cap="none">
                <a:solidFill>
                  <a:schemeClr val="lt1"/>
                </a:solidFill>
                <a:latin typeface="Arial"/>
                <a:ea typeface="Arial"/>
                <a:cs typeface="Arial"/>
                <a:sym typeface="Arial"/>
              </a:rPr>
              <a:t>Event-level fire records aggregated to </a:t>
            </a:r>
            <a:endParaRPr sz="2000" b="0" i="0" u="none" strike="noStrike" cap="none">
              <a:solidFill>
                <a:schemeClr val="lt1"/>
              </a:solidFill>
              <a:latin typeface="Arial"/>
              <a:ea typeface="Arial"/>
              <a:cs typeface="Arial"/>
              <a:sym typeface="Arial"/>
            </a:endParaRPr>
          </a:p>
          <a:p>
            <a:pPr marL="457200" lvl="0" indent="0" algn="l" rtl="0">
              <a:lnSpc>
                <a:spcPct val="115000"/>
              </a:lnSpc>
              <a:spcBef>
                <a:spcPts val="600"/>
              </a:spcBef>
              <a:spcAft>
                <a:spcPts val="0"/>
              </a:spcAft>
              <a:buNone/>
            </a:pPr>
            <a:r>
              <a:rPr lang="fr" sz="2000" b="1" i="1" u="none" strike="noStrike" cap="none">
                <a:solidFill>
                  <a:schemeClr val="lt1"/>
                </a:solidFill>
                <a:latin typeface="Arial"/>
                <a:ea typeface="Arial"/>
                <a:cs typeface="Arial"/>
                <a:sym typeface="Arial"/>
              </a:rPr>
              <a:t>Area × Month</a:t>
            </a:r>
            <a:endParaRPr sz="2000" b="0" i="0" u="none" strike="noStrike" cap="none">
              <a:solidFill>
                <a:schemeClr val="lt1"/>
              </a:solidFill>
              <a:latin typeface="Arial"/>
              <a:ea typeface="Arial"/>
              <a:cs typeface="Arial"/>
              <a:sym typeface="Arial"/>
            </a:endParaRPr>
          </a:p>
        </p:txBody>
      </p:sp>
      <p:pic>
        <p:nvPicPr>
          <p:cNvPr id="98" name="Google Shape;98;p6"/>
          <p:cNvPicPr preferRelativeResize="0"/>
          <p:nvPr/>
        </p:nvPicPr>
        <p:blipFill>
          <a:blip r:embed="rId3">
            <a:alphaModFix/>
          </a:blip>
          <a:stretch>
            <a:fillRect/>
          </a:stretch>
        </p:blipFill>
        <p:spPr>
          <a:xfrm>
            <a:off x="4232950" y="1250975"/>
            <a:ext cx="4638976" cy="3769475"/>
          </a:xfrm>
          <a:prstGeom prst="rect">
            <a:avLst/>
          </a:prstGeom>
          <a:noFill/>
          <a:ln>
            <a:noFill/>
          </a:ln>
        </p:spPr>
      </p:pic>
      <p:sp>
        <p:nvSpPr>
          <p:cNvPr id="99" name="Google Shape;99;p6"/>
          <p:cNvSpPr txBox="1"/>
          <p:nvPr/>
        </p:nvSpPr>
        <p:spPr>
          <a:xfrm>
            <a:off x="267896" y="65705"/>
            <a:ext cx="8520600" cy="792900"/>
          </a:xfrm>
          <a:prstGeom prst="rect">
            <a:avLst/>
          </a:prstGeom>
          <a:noFill/>
          <a:ln>
            <a:noFill/>
          </a:ln>
        </p:spPr>
        <p:txBody>
          <a:bodyPr spcFirstLastPara="1" wrap="square" lIns="91425" tIns="91425" rIns="91425" bIns="91425" anchor="ctr" anchorCtr="0">
            <a:noAutofit/>
          </a:bodyPr>
          <a:lstStyle/>
          <a:p>
            <a:pPr marL="0" marR="0" lvl="0" indent="0" algn="ctr" rtl="0">
              <a:lnSpc>
                <a:spcPct val="90000"/>
              </a:lnSpc>
              <a:spcBef>
                <a:spcPts val="100"/>
              </a:spcBef>
              <a:spcAft>
                <a:spcPts val="0"/>
              </a:spcAft>
              <a:buClr>
                <a:schemeClr val="lt1"/>
              </a:buClr>
              <a:buSzPts val="4800"/>
              <a:buFont typeface="Oswald"/>
              <a:buNone/>
            </a:pPr>
            <a:r>
              <a:rPr lang="fr" sz="3000" b="1" i="0" u="none" strike="noStrike" cap="none">
                <a:solidFill>
                  <a:schemeClr val="lt1"/>
                </a:solidFill>
                <a:latin typeface="Arial"/>
                <a:ea typeface="Arial"/>
                <a:cs typeface="Arial"/>
                <a:sym typeface="Arial"/>
              </a:rPr>
              <a:t>Datasets Explored (</a:t>
            </a:r>
            <a:r>
              <a:rPr lang="fr" sz="3000" b="1">
                <a:solidFill>
                  <a:schemeClr val="lt1"/>
                </a:solidFill>
              </a:rPr>
              <a:t>1</a:t>
            </a:r>
            <a:r>
              <a:rPr lang="fr" sz="3000" b="1" i="0" u="none" strike="noStrike" cap="none">
                <a:solidFill>
                  <a:schemeClr val="lt1"/>
                </a:solidFill>
                <a:latin typeface="Arial"/>
                <a:ea typeface="Arial"/>
                <a:cs typeface="Arial"/>
                <a:sym typeface="Arial"/>
              </a:rPr>
              <a:t>)</a:t>
            </a:r>
            <a:r>
              <a:rPr lang="fr" sz="3000" b="0" i="0" u="none" strike="noStrike" cap="none">
                <a:solidFill>
                  <a:schemeClr val="lt1"/>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a:p>
            <a:pPr marL="0" marR="0" lvl="0" indent="0" algn="ctr" rtl="0">
              <a:lnSpc>
                <a:spcPct val="90000"/>
              </a:lnSpc>
              <a:spcBef>
                <a:spcPts val="1000"/>
              </a:spcBef>
              <a:spcAft>
                <a:spcPts val="0"/>
              </a:spcAft>
              <a:buClr>
                <a:schemeClr val="lt1"/>
              </a:buClr>
              <a:buSzPts val="4800"/>
              <a:buFont typeface="Oswald"/>
              <a:buNone/>
            </a:pPr>
            <a:r>
              <a:rPr lang="fr" sz="1800" b="0" i="0" u="none" strike="noStrike" cap="none">
                <a:solidFill>
                  <a:schemeClr val="lt1"/>
                </a:solidFill>
                <a:latin typeface="Arial"/>
                <a:ea typeface="Arial"/>
                <a:cs typeface="Arial"/>
                <a:sym typeface="Arial"/>
              </a:rPr>
              <a:t>(Which data do we used)</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03"/>
        <p:cNvGrpSpPr/>
        <p:nvPr/>
      </p:nvGrpSpPr>
      <p:grpSpPr>
        <a:xfrm>
          <a:off x="0" y="0"/>
          <a:ext cx="0" cy="0"/>
          <a:chOff x="0" y="0"/>
          <a:chExt cx="0" cy="0"/>
        </a:xfrm>
      </p:grpSpPr>
      <p:sp>
        <p:nvSpPr>
          <p:cNvPr id="104" name="Google Shape;104;g3a04b84dd63_0_0"/>
          <p:cNvSpPr txBox="1">
            <a:spLocks noGrp="1"/>
          </p:cNvSpPr>
          <p:nvPr>
            <p:ph type="body" idx="4294967295"/>
          </p:nvPr>
        </p:nvSpPr>
        <p:spPr>
          <a:xfrm>
            <a:off x="267900" y="1343700"/>
            <a:ext cx="3931800" cy="2095200"/>
          </a:xfrm>
          <a:prstGeom prst="rect">
            <a:avLst/>
          </a:prstGeom>
          <a:noFill/>
          <a:ln>
            <a:noFill/>
          </a:ln>
        </p:spPr>
        <p:txBody>
          <a:bodyPr spcFirstLastPara="1" wrap="square" lIns="91425" tIns="91425" rIns="91425" bIns="91425" anchor="t" anchorCtr="0">
            <a:normAutofit/>
          </a:bodyPr>
          <a:lstStyle/>
          <a:p>
            <a:pPr marL="0" lvl="0" indent="0" algn="l" rtl="0">
              <a:lnSpc>
                <a:spcPct val="150000"/>
              </a:lnSpc>
              <a:spcBef>
                <a:spcPts val="600"/>
              </a:spcBef>
              <a:spcAft>
                <a:spcPts val="600"/>
              </a:spcAft>
              <a:buSzPts val="1800"/>
              <a:buNone/>
            </a:pPr>
            <a:r>
              <a:rPr lang="fr" sz="2000" b="1">
                <a:solidFill>
                  <a:schemeClr val="lt1"/>
                </a:solidFill>
                <a:latin typeface="Arial"/>
                <a:ea typeface="Arial"/>
                <a:cs typeface="Arial"/>
                <a:sym typeface="Arial"/>
              </a:rPr>
              <a:t>B) Building Assessment: </a:t>
            </a:r>
            <a:r>
              <a:rPr lang="fr" sz="2000">
                <a:solidFill>
                  <a:schemeClr val="lt1"/>
                </a:solidFill>
                <a:latin typeface="Arial"/>
                <a:ea typeface="Arial"/>
                <a:cs typeface="Arial"/>
                <a:sym typeface="Arial"/>
              </a:rPr>
              <a:t>City-wide building attributes </a:t>
            </a:r>
            <a:r>
              <a:rPr lang="fr" sz="2000" i="1">
                <a:solidFill>
                  <a:schemeClr val="lt1"/>
                </a:solidFill>
                <a:latin typeface="Arial"/>
                <a:ea typeface="Arial"/>
                <a:cs typeface="Arial"/>
                <a:sym typeface="Arial"/>
              </a:rPr>
              <a:t>(#buildings, #floors, year built</a:t>
            </a:r>
            <a:r>
              <a:rPr lang="fr" sz="2000">
                <a:solidFill>
                  <a:schemeClr val="lt1"/>
                </a:solidFill>
                <a:latin typeface="Arial"/>
                <a:ea typeface="Arial"/>
                <a:cs typeface="Arial"/>
                <a:sym typeface="Arial"/>
              </a:rPr>
              <a:t>).</a:t>
            </a:r>
            <a:endParaRPr sz="2000"/>
          </a:p>
        </p:txBody>
      </p:sp>
      <p:sp>
        <p:nvSpPr>
          <p:cNvPr id="105" name="Google Shape;105;g3a04b84dd63_0_0"/>
          <p:cNvSpPr txBox="1"/>
          <p:nvPr/>
        </p:nvSpPr>
        <p:spPr>
          <a:xfrm>
            <a:off x="267896" y="65705"/>
            <a:ext cx="8520600" cy="792900"/>
          </a:xfrm>
          <a:prstGeom prst="rect">
            <a:avLst/>
          </a:prstGeom>
          <a:noFill/>
          <a:ln>
            <a:noFill/>
          </a:ln>
        </p:spPr>
        <p:txBody>
          <a:bodyPr spcFirstLastPara="1" wrap="square" lIns="91425" tIns="91425" rIns="91425" bIns="91425" anchor="ctr" anchorCtr="0">
            <a:noAutofit/>
          </a:bodyPr>
          <a:lstStyle/>
          <a:p>
            <a:pPr marL="0" marR="0" lvl="0" indent="0" algn="ctr" rtl="0">
              <a:lnSpc>
                <a:spcPct val="90000"/>
              </a:lnSpc>
              <a:spcBef>
                <a:spcPts val="100"/>
              </a:spcBef>
              <a:spcAft>
                <a:spcPts val="0"/>
              </a:spcAft>
              <a:buClr>
                <a:schemeClr val="lt1"/>
              </a:buClr>
              <a:buSzPts val="4800"/>
              <a:buFont typeface="Oswald"/>
              <a:buNone/>
            </a:pPr>
            <a:r>
              <a:rPr lang="fr" sz="3000" b="1" i="0" u="none" strike="noStrike" cap="none">
                <a:solidFill>
                  <a:schemeClr val="lt1"/>
                </a:solidFill>
                <a:latin typeface="Arial"/>
                <a:ea typeface="Arial"/>
                <a:cs typeface="Arial"/>
                <a:sym typeface="Arial"/>
              </a:rPr>
              <a:t>Datasets Explored (2)</a:t>
            </a:r>
            <a:r>
              <a:rPr lang="fr" sz="3000" b="0" i="0" u="none" strike="noStrike" cap="none">
                <a:solidFill>
                  <a:schemeClr val="lt1"/>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a:p>
            <a:pPr marL="0" marR="0" lvl="0" indent="0" algn="ctr" rtl="0">
              <a:lnSpc>
                <a:spcPct val="90000"/>
              </a:lnSpc>
              <a:spcBef>
                <a:spcPts val="1000"/>
              </a:spcBef>
              <a:spcAft>
                <a:spcPts val="0"/>
              </a:spcAft>
              <a:buClr>
                <a:schemeClr val="lt1"/>
              </a:buClr>
              <a:buSzPts val="4800"/>
              <a:buFont typeface="Oswald"/>
              <a:buNone/>
            </a:pPr>
            <a:r>
              <a:rPr lang="fr" sz="1800" b="0" i="0" u="none" strike="noStrike" cap="none">
                <a:solidFill>
                  <a:schemeClr val="lt1"/>
                </a:solidFill>
                <a:latin typeface="Arial"/>
                <a:ea typeface="Arial"/>
                <a:cs typeface="Arial"/>
                <a:sym typeface="Arial"/>
              </a:rPr>
              <a:t>(Which data do we used)</a:t>
            </a:r>
            <a:endParaRPr sz="1400" b="0" i="0" u="none" strike="noStrike" cap="none">
              <a:solidFill>
                <a:srgbClr val="000000"/>
              </a:solidFill>
              <a:latin typeface="Arial"/>
              <a:ea typeface="Arial"/>
              <a:cs typeface="Arial"/>
              <a:sym typeface="Arial"/>
            </a:endParaRPr>
          </a:p>
        </p:txBody>
      </p:sp>
      <p:pic>
        <p:nvPicPr>
          <p:cNvPr id="106" name="Google Shape;106;g3a04b84dd63_0_0"/>
          <p:cNvPicPr preferRelativeResize="0"/>
          <p:nvPr/>
        </p:nvPicPr>
        <p:blipFill>
          <a:blip r:embed="rId3">
            <a:alphaModFix/>
          </a:blip>
          <a:stretch>
            <a:fillRect/>
          </a:stretch>
        </p:blipFill>
        <p:spPr>
          <a:xfrm>
            <a:off x="4352100" y="1011005"/>
            <a:ext cx="4639501" cy="388520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10"/>
        <p:cNvGrpSpPr/>
        <p:nvPr/>
      </p:nvGrpSpPr>
      <p:grpSpPr>
        <a:xfrm>
          <a:off x="0" y="0"/>
          <a:ext cx="0" cy="0"/>
          <a:chOff x="0" y="0"/>
          <a:chExt cx="0" cy="0"/>
        </a:xfrm>
      </p:grpSpPr>
      <p:sp>
        <p:nvSpPr>
          <p:cNvPr id="111" name="Google Shape;111;g3a04b84dd63_0_12"/>
          <p:cNvSpPr txBox="1">
            <a:spLocks noGrp="1"/>
          </p:cNvSpPr>
          <p:nvPr>
            <p:ph type="body" idx="4294967295"/>
          </p:nvPr>
        </p:nvSpPr>
        <p:spPr>
          <a:xfrm>
            <a:off x="267900" y="1343700"/>
            <a:ext cx="3931800" cy="2109600"/>
          </a:xfrm>
          <a:prstGeom prst="rect">
            <a:avLst/>
          </a:prstGeom>
          <a:noFill/>
          <a:ln>
            <a:noFill/>
          </a:ln>
        </p:spPr>
        <p:txBody>
          <a:bodyPr spcFirstLastPara="1" wrap="square" lIns="91425" tIns="91425" rIns="91425" bIns="91425" anchor="t" anchorCtr="0">
            <a:normAutofit/>
          </a:bodyPr>
          <a:lstStyle/>
          <a:p>
            <a:pPr marL="0" lvl="0" indent="0" algn="l" rtl="0">
              <a:lnSpc>
                <a:spcPct val="150000"/>
              </a:lnSpc>
              <a:spcBef>
                <a:spcPts val="600"/>
              </a:spcBef>
              <a:spcAft>
                <a:spcPts val="600"/>
              </a:spcAft>
              <a:buSzPts val="1800"/>
              <a:buNone/>
            </a:pPr>
            <a:r>
              <a:rPr lang="fr" sz="2000" b="1">
                <a:solidFill>
                  <a:schemeClr val="lt1"/>
                </a:solidFill>
                <a:latin typeface="Arial"/>
                <a:ea typeface="Arial"/>
                <a:cs typeface="Arial"/>
                <a:sym typeface="Arial"/>
              </a:rPr>
              <a:t>C) Census Data: </a:t>
            </a:r>
            <a:r>
              <a:rPr lang="fr" sz="2000">
                <a:solidFill>
                  <a:schemeClr val="lt1"/>
                </a:solidFill>
                <a:latin typeface="Arial"/>
                <a:ea typeface="Arial"/>
                <a:cs typeface="Arial"/>
                <a:sym typeface="Arial"/>
              </a:rPr>
              <a:t>City-wide census tract data </a:t>
            </a:r>
            <a:r>
              <a:rPr lang="fr" sz="2000" i="1">
                <a:solidFill>
                  <a:schemeClr val="lt1"/>
                </a:solidFill>
                <a:latin typeface="Arial"/>
                <a:ea typeface="Arial"/>
                <a:cs typeface="Arial"/>
                <a:sym typeface="Arial"/>
              </a:rPr>
              <a:t>(</a:t>
            </a:r>
            <a:r>
              <a:rPr lang="fr" i="1">
                <a:solidFill>
                  <a:schemeClr val="lt1"/>
                </a:solidFill>
                <a:latin typeface="Arial"/>
                <a:ea typeface="Arial"/>
                <a:cs typeface="Arial"/>
                <a:sym typeface="Arial"/>
              </a:rPr>
              <a:t>We converted WGS 84 to NAD 83 as the CRS</a:t>
            </a:r>
            <a:r>
              <a:rPr lang="fr" sz="2000">
                <a:solidFill>
                  <a:schemeClr val="lt1"/>
                </a:solidFill>
                <a:latin typeface="Arial"/>
                <a:ea typeface="Arial"/>
                <a:cs typeface="Arial"/>
                <a:sym typeface="Arial"/>
              </a:rPr>
              <a:t>).</a:t>
            </a:r>
            <a:endParaRPr sz="2000"/>
          </a:p>
        </p:txBody>
      </p:sp>
      <p:sp>
        <p:nvSpPr>
          <p:cNvPr id="112" name="Google Shape;112;g3a04b84dd63_0_12"/>
          <p:cNvSpPr txBox="1"/>
          <p:nvPr/>
        </p:nvSpPr>
        <p:spPr>
          <a:xfrm>
            <a:off x="267896" y="65705"/>
            <a:ext cx="8520600" cy="792900"/>
          </a:xfrm>
          <a:prstGeom prst="rect">
            <a:avLst/>
          </a:prstGeom>
          <a:noFill/>
          <a:ln>
            <a:noFill/>
          </a:ln>
        </p:spPr>
        <p:txBody>
          <a:bodyPr spcFirstLastPara="1" wrap="square" lIns="91425" tIns="91425" rIns="91425" bIns="91425" anchor="ctr" anchorCtr="0">
            <a:noAutofit/>
          </a:bodyPr>
          <a:lstStyle/>
          <a:p>
            <a:pPr marL="0" marR="0" lvl="0" indent="0" algn="ctr" rtl="0">
              <a:lnSpc>
                <a:spcPct val="90000"/>
              </a:lnSpc>
              <a:spcBef>
                <a:spcPts val="100"/>
              </a:spcBef>
              <a:spcAft>
                <a:spcPts val="0"/>
              </a:spcAft>
              <a:buClr>
                <a:schemeClr val="lt1"/>
              </a:buClr>
              <a:buSzPts val="4800"/>
              <a:buFont typeface="Oswald"/>
              <a:buNone/>
            </a:pPr>
            <a:r>
              <a:rPr lang="fr" sz="3000" b="1" i="0" u="none" strike="noStrike" cap="none">
                <a:solidFill>
                  <a:schemeClr val="lt1"/>
                </a:solidFill>
                <a:latin typeface="Arial"/>
                <a:ea typeface="Arial"/>
                <a:cs typeface="Arial"/>
                <a:sym typeface="Arial"/>
              </a:rPr>
              <a:t>Datasets Explored (</a:t>
            </a:r>
            <a:r>
              <a:rPr lang="fr" sz="3000" b="1">
                <a:solidFill>
                  <a:schemeClr val="lt1"/>
                </a:solidFill>
              </a:rPr>
              <a:t>3</a:t>
            </a:r>
            <a:r>
              <a:rPr lang="fr" sz="3000" b="1" i="0" u="none" strike="noStrike" cap="none">
                <a:solidFill>
                  <a:schemeClr val="lt1"/>
                </a:solidFill>
                <a:latin typeface="Arial"/>
                <a:ea typeface="Arial"/>
                <a:cs typeface="Arial"/>
                <a:sym typeface="Arial"/>
              </a:rPr>
              <a:t>)</a:t>
            </a:r>
            <a:r>
              <a:rPr lang="fr" sz="3000" b="0" i="0" u="none" strike="noStrike" cap="none">
                <a:solidFill>
                  <a:schemeClr val="lt1"/>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a:p>
            <a:pPr marL="0" marR="0" lvl="0" indent="0" algn="ctr" rtl="0">
              <a:lnSpc>
                <a:spcPct val="90000"/>
              </a:lnSpc>
              <a:spcBef>
                <a:spcPts val="1000"/>
              </a:spcBef>
              <a:spcAft>
                <a:spcPts val="0"/>
              </a:spcAft>
              <a:buClr>
                <a:schemeClr val="lt1"/>
              </a:buClr>
              <a:buSzPts val="4800"/>
              <a:buFont typeface="Oswald"/>
              <a:buNone/>
            </a:pPr>
            <a:r>
              <a:rPr lang="fr" sz="1800" b="0" i="0" u="none" strike="noStrike" cap="none">
                <a:solidFill>
                  <a:schemeClr val="lt1"/>
                </a:solidFill>
                <a:latin typeface="Arial"/>
                <a:ea typeface="Arial"/>
                <a:cs typeface="Arial"/>
                <a:sym typeface="Arial"/>
              </a:rPr>
              <a:t>(Which data do we used)</a:t>
            </a:r>
            <a:endParaRPr sz="1400" b="0" i="0" u="none" strike="noStrike" cap="none">
              <a:solidFill>
                <a:srgbClr val="000000"/>
              </a:solidFill>
              <a:latin typeface="Arial"/>
              <a:ea typeface="Arial"/>
              <a:cs typeface="Arial"/>
              <a:sym typeface="Arial"/>
            </a:endParaRPr>
          </a:p>
        </p:txBody>
      </p:sp>
      <p:pic>
        <p:nvPicPr>
          <p:cNvPr id="113" name="Google Shape;113;g3a04b84dd63_0_12"/>
          <p:cNvPicPr preferRelativeResize="0"/>
          <p:nvPr/>
        </p:nvPicPr>
        <p:blipFill>
          <a:blip r:embed="rId3">
            <a:alphaModFix/>
          </a:blip>
          <a:stretch>
            <a:fillRect/>
          </a:stretch>
        </p:blipFill>
        <p:spPr>
          <a:xfrm>
            <a:off x="4199700" y="1343705"/>
            <a:ext cx="4639501" cy="299932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17"/>
        <p:cNvGrpSpPr/>
        <p:nvPr/>
      </p:nvGrpSpPr>
      <p:grpSpPr>
        <a:xfrm>
          <a:off x="0" y="0"/>
          <a:ext cx="0" cy="0"/>
          <a:chOff x="0" y="0"/>
          <a:chExt cx="0" cy="0"/>
        </a:xfrm>
      </p:grpSpPr>
      <p:sp>
        <p:nvSpPr>
          <p:cNvPr id="118" name="Google Shape;118;p7"/>
          <p:cNvSpPr txBox="1"/>
          <p:nvPr/>
        </p:nvSpPr>
        <p:spPr>
          <a:xfrm>
            <a:off x="267896" y="65705"/>
            <a:ext cx="8520600" cy="792916"/>
          </a:xfrm>
          <a:prstGeom prst="rect">
            <a:avLst/>
          </a:prstGeom>
          <a:noFill/>
          <a:ln>
            <a:noFill/>
          </a:ln>
        </p:spPr>
        <p:txBody>
          <a:bodyPr spcFirstLastPara="1" wrap="square" lIns="91425" tIns="91425" rIns="91425" bIns="91425" anchor="ctr" anchorCtr="0">
            <a:noAutofit/>
          </a:bodyPr>
          <a:lstStyle/>
          <a:p>
            <a:pPr marL="0" marR="0" lvl="0" indent="0" algn="ctr" rtl="0">
              <a:lnSpc>
                <a:spcPct val="90000"/>
              </a:lnSpc>
              <a:spcBef>
                <a:spcPts val="100"/>
              </a:spcBef>
              <a:spcAft>
                <a:spcPts val="0"/>
              </a:spcAft>
              <a:buClr>
                <a:schemeClr val="lt1"/>
              </a:buClr>
              <a:buSzPts val="4800"/>
              <a:buFont typeface="Oswald"/>
              <a:buNone/>
            </a:pPr>
            <a:r>
              <a:rPr lang="fr" sz="3000" b="1">
                <a:solidFill>
                  <a:schemeClr val="lt1"/>
                </a:solidFill>
              </a:rPr>
              <a:t>Combining datasets</a:t>
            </a:r>
            <a:r>
              <a:rPr lang="fr" sz="3000" b="0" i="0" u="none" strike="noStrike" cap="none">
                <a:solidFill>
                  <a:schemeClr val="lt1"/>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p:txBody>
      </p:sp>
      <p:pic>
        <p:nvPicPr>
          <p:cNvPr id="119" name="Google Shape;119;p7"/>
          <p:cNvPicPr preferRelativeResize="0"/>
          <p:nvPr/>
        </p:nvPicPr>
        <p:blipFill>
          <a:blip r:embed="rId3">
            <a:alphaModFix/>
          </a:blip>
          <a:stretch>
            <a:fillRect/>
          </a:stretch>
        </p:blipFill>
        <p:spPr>
          <a:xfrm>
            <a:off x="1331550" y="752550"/>
            <a:ext cx="5989200" cy="423445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23"/>
        <p:cNvGrpSpPr/>
        <p:nvPr/>
      </p:nvGrpSpPr>
      <p:grpSpPr>
        <a:xfrm>
          <a:off x="0" y="0"/>
          <a:ext cx="0" cy="0"/>
          <a:chOff x="0" y="0"/>
          <a:chExt cx="0" cy="0"/>
        </a:xfrm>
      </p:grpSpPr>
      <p:sp>
        <p:nvSpPr>
          <p:cNvPr id="124" name="Google Shape;124;p8"/>
          <p:cNvSpPr txBox="1">
            <a:spLocks noGrp="1"/>
          </p:cNvSpPr>
          <p:nvPr>
            <p:ph type="title"/>
          </p:nvPr>
        </p:nvSpPr>
        <p:spPr>
          <a:xfrm>
            <a:off x="1051900" y="98558"/>
            <a:ext cx="6636900" cy="1141567"/>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100"/>
              </a:spcBef>
              <a:spcAft>
                <a:spcPts val="0"/>
              </a:spcAft>
              <a:buSzPts val="4200"/>
              <a:buNone/>
            </a:pPr>
            <a:r>
              <a:rPr lang="fr" sz="3200" b="1">
                <a:solidFill>
                  <a:srgbClr val="1B2327"/>
                </a:solidFill>
                <a:latin typeface="Arial"/>
                <a:ea typeface="Arial"/>
                <a:cs typeface="Arial"/>
                <a:sym typeface="Arial"/>
              </a:rPr>
              <a:t>Target Variable </a:t>
            </a:r>
            <a:endParaRPr sz="3200" b="1">
              <a:solidFill>
                <a:srgbClr val="1B2327"/>
              </a:solidFill>
              <a:latin typeface="Arial"/>
              <a:ea typeface="Arial"/>
              <a:cs typeface="Arial"/>
              <a:sym typeface="Arial"/>
            </a:endParaRPr>
          </a:p>
          <a:p>
            <a:pPr marL="0" lvl="0" indent="0" algn="ctr" rtl="0">
              <a:lnSpc>
                <a:spcPct val="100000"/>
              </a:lnSpc>
              <a:spcBef>
                <a:spcPts val="1000"/>
              </a:spcBef>
              <a:spcAft>
                <a:spcPts val="1000"/>
              </a:spcAft>
              <a:buSzPts val="4200"/>
              <a:buNone/>
            </a:pPr>
            <a:r>
              <a:rPr lang="fr" sz="2200" b="1">
                <a:solidFill>
                  <a:srgbClr val="1B2327"/>
                </a:solidFill>
                <a:latin typeface="Arial"/>
                <a:ea typeface="Arial"/>
                <a:cs typeface="Arial"/>
                <a:sym typeface="Arial"/>
              </a:rPr>
              <a:t>(What We’re Predicting)</a:t>
            </a:r>
            <a:endParaRPr sz="2200" b="1">
              <a:solidFill>
                <a:srgbClr val="1B2327"/>
              </a:solidFill>
              <a:latin typeface="Arial"/>
              <a:ea typeface="Arial"/>
              <a:cs typeface="Arial"/>
              <a:sym typeface="Arial"/>
            </a:endParaRPr>
          </a:p>
        </p:txBody>
      </p:sp>
      <p:sp>
        <p:nvSpPr>
          <p:cNvPr id="125" name="Google Shape;125;p8"/>
          <p:cNvSpPr txBox="1">
            <a:spLocks noGrp="1"/>
          </p:cNvSpPr>
          <p:nvPr>
            <p:ph type="title"/>
          </p:nvPr>
        </p:nvSpPr>
        <p:spPr>
          <a:xfrm>
            <a:off x="334003" y="2043666"/>
            <a:ext cx="2579475" cy="1653466"/>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fr" sz="2000">
                <a:solidFill>
                  <a:schemeClr val="lt1"/>
                </a:solidFill>
                <a:latin typeface="Arial"/>
                <a:ea typeface="Arial"/>
                <a:cs typeface="Arial"/>
                <a:sym typeface="Arial"/>
              </a:rPr>
              <a:t>We forecast one month ahead using data available up to the end of the current month.</a:t>
            </a:r>
            <a:endParaRPr sz="2000">
              <a:solidFill>
                <a:schemeClr val="lt1"/>
              </a:solidFill>
              <a:latin typeface="Arial"/>
              <a:ea typeface="Arial"/>
              <a:cs typeface="Arial"/>
              <a:sym typeface="Arial"/>
            </a:endParaRPr>
          </a:p>
        </p:txBody>
      </p:sp>
      <p:sp>
        <p:nvSpPr>
          <p:cNvPr id="126" name="Google Shape;126;p8"/>
          <p:cNvSpPr txBox="1">
            <a:spLocks noGrp="1"/>
          </p:cNvSpPr>
          <p:nvPr>
            <p:ph type="title"/>
          </p:nvPr>
        </p:nvSpPr>
        <p:spPr>
          <a:xfrm>
            <a:off x="3266700" y="1497825"/>
            <a:ext cx="5877300" cy="893700"/>
          </a:xfrm>
          <a:prstGeom prst="rect">
            <a:avLst/>
          </a:prstGeom>
          <a:noFill/>
          <a:ln>
            <a:noFill/>
          </a:ln>
        </p:spPr>
        <p:txBody>
          <a:bodyPr spcFirstLastPara="1" wrap="square" lIns="91425" tIns="91425" rIns="91425" bIns="91425" anchor="b" anchorCtr="0">
            <a:noAutofit/>
          </a:bodyPr>
          <a:lstStyle/>
          <a:p>
            <a:pPr marL="0" lvl="0" indent="0" algn="just" rtl="0">
              <a:lnSpc>
                <a:spcPct val="100000"/>
              </a:lnSpc>
              <a:spcBef>
                <a:spcPts val="0"/>
              </a:spcBef>
              <a:spcAft>
                <a:spcPts val="0"/>
              </a:spcAft>
              <a:buSzPts val="4200"/>
              <a:buNone/>
            </a:pPr>
            <a:r>
              <a:rPr lang="fr" sz="2400" b="1">
                <a:solidFill>
                  <a:srgbClr val="FF0000"/>
                </a:solidFill>
                <a:latin typeface="Arial"/>
                <a:ea typeface="Arial"/>
                <a:cs typeface="Arial"/>
                <a:sym typeface="Arial"/>
              </a:rPr>
              <a:t>0</a:t>
            </a:r>
            <a:r>
              <a:rPr lang="fr" sz="2400">
                <a:solidFill>
                  <a:schemeClr val="lt1"/>
                </a:solidFill>
                <a:latin typeface="Arial"/>
                <a:ea typeface="Arial"/>
                <a:cs typeface="Arial"/>
                <a:sym typeface="Arial"/>
              </a:rPr>
              <a:t> : </a:t>
            </a:r>
            <a:r>
              <a:rPr lang="fr" sz="2000">
                <a:solidFill>
                  <a:schemeClr val="lt1"/>
                </a:solidFill>
                <a:latin typeface="Arial"/>
                <a:ea typeface="Arial"/>
                <a:cs typeface="Arial"/>
                <a:sym typeface="Arial"/>
              </a:rPr>
              <a:t>≤ </a:t>
            </a:r>
            <a:r>
              <a:rPr lang="fr" sz="2000" b="1">
                <a:solidFill>
                  <a:schemeClr val="lt1"/>
                </a:solidFill>
                <a:latin typeface="Arial"/>
                <a:ea typeface="Arial"/>
                <a:cs typeface="Arial"/>
                <a:sym typeface="Arial"/>
              </a:rPr>
              <a:t>2</a:t>
            </a:r>
            <a:r>
              <a:rPr lang="fr" sz="1900" b="1">
                <a:solidFill>
                  <a:schemeClr val="lt1"/>
                </a:solidFill>
                <a:latin typeface="Arial"/>
                <a:ea typeface="Arial"/>
                <a:cs typeface="Arial"/>
                <a:sym typeface="Arial"/>
              </a:rPr>
              <a:t>*</a:t>
            </a:r>
            <a:r>
              <a:rPr lang="fr" sz="2000" b="1">
                <a:solidFill>
                  <a:schemeClr val="lt1"/>
                </a:solidFill>
                <a:latin typeface="Arial"/>
                <a:ea typeface="Arial"/>
                <a:cs typeface="Arial"/>
                <a:sym typeface="Arial"/>
              </a:rPr>
              <a:t> </a:t>
            </a:r>
            <a:r>
              <a:rPr lang="fr" sz="2000">
                <a:solidFill>
                  <a:schemeClr val="lt1"/>
                </a:solidFill>
                <a:latin typeface="Arial"/>
                <a:ea typeface="Arial"/>
                <a:cs typeface="Arial"/>
                <a:sym typeface="Arial"/>
              </a:rPr>
              <a:t>fire incidents in the area during the month. </a:t>
            </a:r>
            <a:endParaRPr sz="2000">
              <a:solidFill>
                <a:schemeClr val="lt1"/>
              </a:solidFill>
              <a:latin typeface="Arial"/>
              <a:ea typeface="Arial"/>
              <a:cs typeface="Arial"/>
              <a:sym typeface="Arial"/>
            </a:endParaRPr>
          </a:p>
        </p:txBody>
      </p:sp>
      <p:pic>
        <p:nvPicPr>
          <p:cNvPr id="127" name="Google Shape;127;p8"/>
          <p:cNvPicPr preferRelativeResize="0"/>
          <p:nvPr/>
        </p:nvPicPr>
        <p:blipFill rotWithShape="1">
          <a:blip r:embed="rId3">
            <a:alphaModFix/>
          </a:blip>
          <a:srcRect l="38218" r="40829"/>
          <a:stretch/>
        </p:blipFill>
        <p:spPr>
          <a:xfrm>
            <a:off x="2746676" y="1403687"/>
            <a:ext cx="484104" cy="2933425"/>
          </a:xfrm>
          <a:prstGeom prst="rect">
            <a:avLst/>
          </a:prstGeom>
          <a:noFill/>
          <a:ln>
            <a:noFill/>
          </a:ln>
        </p:spPr>
      </p:pic>
      <p:sp>
        <p:nvSpPr>
          <p:cNvPr id="128" name="Google Shape;128;p8"/>
          <p:cNvSpPr txBox="1"/>
          <p:nvPr/>
        </p:nvSpPr>
        <p:spPr>
          <a:xfrm>
            <a:off x="3307175" y="3586975"/>
            <a:ext cx="5877300" cy="4002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2000"/>
              <a:buFont typeface="Arial"/>
              <a:buNone/>
            </a:pPr>
            <a:r>
              <a:rPr lang="fr" sz="2000" b="1" i="0" u="none" strike="noStrike" cap="none">
                <a:solidFill>
                  <a:srgbClr val="FF0000"/>
                </a:solidFill>
                <a:latin typeface="Arial"/>
                <a:ea typeface="Arial"/>
                <a:cs typeface="Arial"/>
                <a:sym typeface="Arial"/>
              </a:rPr>
              <a:t>1</a:t>
            </a:r>
            <a:r>
              <a:rPr lang="fr" sz="1800" b="1" i="0" u="none" strike="noStrike" cap="none">
                <a:solidFill>
                  <a:srgbClr val="FF0000"/>
                </a:solidFill>
                <a:latin typeface="Arial"/>
                <a:ea typeface="Arial"/>
                <a:cs typeface="Arial"/>
                <a:sym typeface="Arial"/>
              </a:rPr>
              <a:t> </a:t>
            </a:r>
            <a:r>
              <a:rPr lang="fr" sz="1600" b="0" i="0" u="none" strike="noStrike" cap="none">
                <a:solidFill>
                  <a:schemeClr val="lt1"/>
                </a:solidFill>
                <a:latin typeface="Arial"/>
                <a:ea typeface="Arial"/>
                <a:cs typeface="Arial"/>
                <a:sym typeface="Arial"/>
              </a:rPr>
              <a:t>: </a:t>
            </a:r>
            <a:r>
              <a:rPr lang="fr" sz="2000">
                <a:solidFill>
                  <a:schemeClr val="lt1"/>
                </a:solidFill>
              </a:rPr>
              <a:t>&gt; </a:t>
            </a:r>
            <a:r>
              <a:rPr lang="fr" sz="2000" b="1">
                <a:solidFill>
                  <a:schemeClr val="lt1"/>
                </a:solidFill>
              </a:rPr>
              <a:t>2</a:t>
            </a:r>
            <a:r>
              <a:rPr lang="fr" sz="1900" b="1">
                <a:solidFill>
                  <a:schemeClr val="lt1"/>
                </a:solidFill>
              </a:rPr>
              <a:t>*</a:t>
            </a:r>
            <a:r>
              <a:rPr lang="fr" sz="2000">
                <a:solidFill>
                  <a:schemeClr val="lt1"/>
                </a:solidFill>
              </a:rPr>
              <a:t> fire incidents in the area during the month</a:t>
            </a:r>
            <a:r>
              <a:rPr lang="fr" sz="2000" b="0" i="0" u="none" strike="noStrike" cap="none">
                <a:solidFill>
                  <a:schemeClr val="lt1"/>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sp>
        <p:nvSpPr>
          <p:cNvPr id="129" name="Google Shape;129;p8"/>
          <p:cNvSpPr txBox="1">
            <a:spLocks noGrp="1"/>
          </p:cNvSpPr>
          <p:nvPr>
            <p:ph type="title"/>
          </p:nvPr>
        </p:nvSpPr>
        <p:spPr>
          <a:xfrm>
            <a:off x="6130175" y="4661850"/>
            <a:ext cx="2696400" cy="400200"/>
          </a:xfrm>
          <a:prstGeom prst="rect">
            <a:avLst/>
          </a:prstGeom>
          <a:noFill/>
          <a:ln>
            <a:noFill/>
          </a:ln>
        </p:spPr>
        <p:txBody>
          <a:bodyPr spcFirstLastPara="1" wrap="square" lIns="91425" tIns="91425" rIns="91425" bIns="91425" anchor="b" anchorCtr="0">
            <a:noAutofit/>
          </a:bodyPr>
          <a:lstStyle/>
          <a:p>
            <a:pPr marL="0" lvl="0" indent="0" algn="just" rtl="0">
              <a:lnSpc>
                <a:spcPct val="100000"/>
              </a:lnSpc>
              <a:spcBef>
                <a:spcPts val="0"/>
              </a:spcBef>
              <a:spcAft>
                <a:spcPts val="0"/>
              </a:spcAft>
              <a:buSzPts val="4200"/>
              <a:buNone/>
            </a:pPr>
            <a:r>
              <a:rPr lang="fr" sz="1200" b="1">
                <a:solidFill>
                  <a:schemeClr val="lt1"/>
                </a:solidFill>
                <a:latin typeface="Arial"/>
                <a:ea typeface="Arial"/>
                <a:cs typeface="Arial"/>
                <a:sym typeface="Arial"/>
              </a:rPr>
              <a:t>*2 is the median in the fire dataset</a:t>
            </a:r>
            <a:endParaRPr sz="1200">
              <a:solidFill>
                <a:schemeClr val="lt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33"/>
        <p:cNvGrpSpPr/>
        <p:nvPr/>
      </p:nvGrpSpPr>
      <p:grpSpPr>
        <a:xfrm>
          <a:off x="0" y="0"/>
          <a:ext cx="0" cy="0"/>
          <a:chOff x="0" y="0"/>
          <a:chExt cx="0" cy="0"/>
        </a:xfrm>
      </p:grpSpPr>
      <p:sp>
        <p:nvSpPr>
          <p:cNvPr id="134" name="Google Shape;134;p9"/>
          <p:cNvSpPr txBox="1">
            <a:spLocks noGrp="1"/>
          </p:cNvSpPr>
          <p:nvPr>
            <p:ph type="title" idx="4294967295"/>
          </p:nvPr>
        </p:nvSpPr>
        <p:spPr>
          <a:xfrm>
            <a:off x="531118" y="0"/>
            <a:ext cx="8032484" cy="1053241"/>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100"/>
              </a:spcBef>
              <a:spcAft>
                <a:spcPts val="0"/>
              </a:spcAft>
              <a:buSzPts val="3000"/>
              <a:buNone/>
            </a:pPr>
            <a:r>
              <a:rPr lang="fr" sz="3400" b="1">
                <a:solidFill>
                  <a:srgbClr val="1B2327"/>
                </a:solidFill>
                <a:latin typeface="Arial"/>
                <a:ea typeface="Arial"/>
                <a:cs typeface="Arial"/>
                <a:sym typeface="Arial"/>
              </a:rPr>
              <a:t>Features Identification  and Creation </a:t>
            </a:r>
            <a:endParaRPr sz="3400" b="1">
              <a:solidFill>
                <a:srgbClr val="1B2327"/>
              </a:solidFill>
              <a:latin typeface="Arial"/>
              <a:ea typeface="Arial"/>
              <a:cs typeface="Arial"/>
              <a:sym typeface="Arial"/>
            </a:endParaRPr>
          </a:p>
          <a:p>
            <a:pPr marL="0" lvl="0" indent="0" algn="ctr" rtl="0">
              <a:lnSpc>
                <a:spcPct val="100000"/>
              </a:lnSpc>
              <a:spcBef>
                <a:spcPts val="1000"/>
              </a:spcBef>
              <a:spcAft>
                <a:spcPts val="1000"/>
              </a:spcAft>
              <a:buSzPts val="3000"/>
              <a:buNone/>
            </a:pPr>
            <a:r>
              <a:rPr lang="fr" sz="1800" b="1">
                <a:solidFill>
                  <a:srgbClr val="1B2327"/>
                </a:solidFill>
                <a:latin typeface="Arial"/>
                <a:ea typeface="Arial"/>
                <a:cs typeface="Arial"/>
                <a:sym typeface="Arial"/>
              </a:rPr>
              <a:t>(What Matters Most and What We Built)</a:t>
            </a:r>
            <a:endParaRPr sz="1800">
              <a:solidFill>
                <a:srgbClr val="1B2327"/>
              </a:solidFill>
              <a:latin typeface="Arial"/>
              <a:ea typeface="Arial"/>
              <a:cs typeface="Arial"/>
              <a:sym typeface="Arial"/>
            </a:endParaRPr>
          </a:p>
        </p:txBody>
      </p:sp>
      <p:sp>
        <p:nvSpPr>
          <p:cNvPr id="135" name="Google Shape;135;p9"/>
          <p:cNvSpPr txBox="1">
            <a:spLocks noGrp="1"/>
          </p:cNvSpPr>
          <p:nvPr>
            <p:ph type="body" idx="4294967295"/>
          </p:nvPr>
        </p:nvSpPr>
        <p:spPr>
          <a:xfrm>
            <a:off x="1257750" y="4537800"/>
            <a:ext cx="6953400" cy="351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fr" sz="1400" b="1" u="sng">
                <a:solidFill>
                  <a:srgbClr val="1B2327"/>
                </a:solidFill>
                <a:latin typeface="Arial"/>
                <a:ea typeface="Arial"/>
                <a:cs typeface="Arial"/>
                <a:sym typeface="Arial"/>
              </a:rPr>
              <a:t>Transformation techniques used </a:t>
            </a:r>
            <a:r>
              <a:rPr lang="fr" sz="1400">
                <a:solidFill>
                  <a:srgbClr val="1B2327"/>
                </a:solidFill>
                <a:latin typeface="Arial"/>
                <a:ea typeface="Arial"/>
                <a:cs typeface="Arial"/>
                <a:sym typeface="Arial"/>
              </a:rPr>
              <a:t>: </a:t>
            </a:r>
            <a:r>
              <a:rPr lang="fr" sz="1100">
                <a:solidFill>
                  <a:srgbClr val="1B2327"/>
                </a:solidFill>
                <a:latin typeface="Arial"/>
                <a:ea typeface="Arial"/>
                <a:cs typeface="Arial"/>
                <a:sym typeface="Arial"/>
              </a:rPr>
              <a:t>Temporal lags, Seasonality, Spatial lag, External predictors</a:t>
            </a:r>
            <a:endParaRPr sz="1100">
              <a:solidFill>
                <a:srgbClr val="1B2327"/>
              </a:solidFill>
              <a:latin typeface="Arial"/>
              <a:ea typeface="Arial"/>
              <a:cs typeface="Arial"/>
              <a:sym typeface="Arial"/>
            </a:endParaRPr>
          </a:p>
          <a:p>
            <a:pPr marL="0" marR="0" lvl="0" indent="0" algn="l" rtl="0">
              <a:lnSpc>
                <a:spcPct val="115000"/>
              </a:lnSpc>
              <a:spcBef>
                <a:spcPts val="0"/>
              </a:spcBef>
              <a:spcAft>
                <a:spcPts val="0"/>
              </a:spcAft>
              <a:buNone/>
            </a:pPr>
            <a:endParaRPr sz="1000"/>
          </a:p>
        </p:txBody>
      </p:sp>
      <p:pic>
        <p:nvPicPr>
          <p:cNvPr id="136" name="Google Shape;136;p9"/>
          <p:cNvPicPr preferRelativeResize="0"/>
          <p:nvPr/>
        </p:nvPicPr>
        <p:blipFill>
          <a:blip r:embed="rId3">
            <a:alphaModFix/>
          </a:blip>
          <a:stretch>
            <a:fillRect/>
          </a:stretch>
        </p:blipFill>
        <p:spPr>
          <a:xfrm>
            <a:off x="721175" y="1166225"/>
            <a:ext cx="8032476" cy="3154675"/>
          </a:xfrm>
          <a:prstGeom prst="rect">
            <a:avLst/>
          </a:prstGeom>
          <a:noFill/>
          <a:ln w="38100" cap="flat" cmpd="sng">
            <a:solidFill>
              <a:srgbClr val="030A18"/>
            </a:solidFill>
            <a:prstDash val="solid"/>
            <a:round/>
            <a:headEnd type="none" w="sm" len="sm"/>
            <a:tailEnd type="none" w="sm" len="sm"/>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40"/>
        <p:cNvGrpSpPr/>
        <p:nvPr/>
      </p:nvGrpSpPr>
      <p:grpSpPr>
        <a:xfrm>
          <a:off x="0" y="0"/>
          <a:ext cx="0" cy="0"/>
          <a:chOff x="0" y="0"/>
          <a:chExt cx="0" cy="0"/>
        </a:xfrm>
      </p:grpSpPr>
      <p:sp>
        <p:nvSpPr>
          <p:cNvPr id="141" name="Google Shape;141;g39c4263f7e9_2_36"/>
          <p:cNvSpPr txBox="1">
            <a:spLocks noGrp="1"/>
          </p:cNvSpPr>
          <p:nvPr>
            <p:ph type="title" idx="4294967295"/>
          </p:nvPr>
        </p:nvSpPr>
        <p:spPr>
          <a:xfrm>
            <a:off x="1692675" y="226875"/>
            <a:ext cx="5462700" cy="6945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100"/>
              </a:spcBef>
              <a:spcAft>
                <a:spcPts val="0"/>
              </a:spcAft>
              <a:buSzPts val="3000"/>
              <a:buNone/>
            </a:pPr>
            <a:r>
              <a:rPr lang="fr" sz="2800" b="1">
                <a:solidFill>
                  <a:schemeClr val="lt1"/>
                </a:solidFill>
                <a:latin typeface="Arial"/>
                <a:ea typeface="Arial"/>
                <a:cs typeface="Arial"/>
                <a:sym typeface="Arial"/>
              </a:rPr>
              <a:t>Models Explored</a:t>
            </a:r>
            <a:endParaRPr sz="1800" b="1">
              <a:solidFill>
                <a:schemeClr val="lt1"/>
              </a:solidFill>
              <a:latin typeface="Arial"/>
              <a:ea typeface="Arial"/>
              <a:cs typeface="Arial"/>
              <a:sym typeface="Arial"/>
            </a:endParaRPr>
          </a:p>
          <a:p>
            <a:pPr marL="0" lvl="0" indent="0" algn="ctr" rtl="0">
              <a:lnSpc>
                <a:spcPct val="100000"/>
              </a:lnSpc>
              <a:spcBef>
                <a:spcPts val="1000"/>
              </a:spcBef>
              <a:spcAft>
                <a:spcPts val="1000"/>
              </a:spcAft>
              <a:buSzPts val="3000"/>
              <a:buNone/>
            </a:pPr>
            <a:endParaRPr sz="2800" b="1">
              <a:solidFill>
                <a:srgbClr val="1B2327"/>
              </a:solidFill>
              <a:latin typeface="Arial"/>
              <a:ea typeface="Arial"/>
              <a:cs typeface="Arial"/>
              <a:sym typeface="Arial"/>
            </a:endParaRPr>
          </a:p>
        </p:txBody>
      </p:sp>
      <p:sp>
        <p:nvSpPr>
          <p:cNvPr id="142" name="Google Shape;142;g39c4263f7e9_2_36"/>
          <p:cNvSpPr txBox="1">
            <a:spLocks noGrp="1"/>
          </p:cNvSpPr>
          <p:nvPr>
            <p:ph type="body" idx="4294967295"/>
          </p:nvPr>
        </p:nvSpPr>
        <p:spPr>
          <a:xfrm>
            <a:off x="467900" y="2349193"/>
            <a:ext cx="2494500" cy="742500"/>
          </a:xfrm>
          <a:prstGeom prst="rect">
            <a:avLst/>
          </a:prstGeom>
          <a:solidFill>
            <a:schemeClr val="lt1"/>
          </a:solid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SzPts val="1800"/>
              <a:buNone/>
            </a:pPr>
            <a:r>
              <a:rPr lang="fr">
                <a:solidFill>
                  <a:schemeClr val="dk1"/>
                </a:solidFill>
                <a:latin typeface="Oswald"/>
                <a:ea typeface="Oswald"/>
                <a:cs typeface="Oswald"/>
                <a:sym typeface="Oswald"/>
              </a:rPr>
              <a:t>Random Forest</a:t>
            </a:r>
            <a:endParaRPr>
              <a:solidFill>
                <a:schemeClr val="dk1"/>
              </a:solidFill>
              <a:latin typeface="Oswald"/>
              <a:ea typeface="Oswald"/>
              <a:cs typeface="Oswald"/>
              <a:sym typeface="Oswald"/>
            </a:endParaRPr>
          </a:p>
        </p:txBody>
      </p:sp>
      <p:sp>
        <p:nvSpPr>
          <p:cNvPr id="143" name="Google Shape;143;g39c4263f7e9_2_36"/>
          <p:cNvSpPr txBox="1">
            <a:spLocks noGrp="1"/>
          </p:cNvSpPr>
          <p:nvPr>
            <p:ph type="body" idx="4294967295"/>
          </p:nvPr>
        </p:nvSpPr>
        <p:spPr>
          <a:xfrm>
            <a:off x="3350925" y="2349193"/>
            <a:ext cx="2494500" cy="742500"/>
          </a:xfrm>
          <a:prstGeom prst="rect">
            <a:avLst/>
          </a:prstGeom>
          <a:solidFill>
            <a:schemeClr val="lt1"/>
          </a:solid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SzPts val="1800"/>
              <a:buNone/>
            </a:pPr>
            <a:r>
              <a:rPr lang="fr">
                <a:solidFill>
                  <a:schemeClr val="dk1"/>
                </a:solidFill>
                <a:latin typeface="Oswald"/>
                <a:ea typeface="Oswald"/>
                <a:cs typeface="Oswald"/>
                <a:sym typeface="Oswald"/>
              </a:rPr>
              <a:t>XGBoost</a:t>
            </a:r>
            <a:endParaRPr>
              <a:solidFill>
                <a:schemeClr val="dk1"/>
              </a:solidFill>
              <a:latin typeface="Oswald"/>
              <a:ea typeface="Oswald"/>
              <a:cs typeface="Oswald"/>
              <a:sym typeface="Oswald"/>
            </a:endParaRPr>
          </a:p>
        </p:txBody>
      </p:sp>
      <p:sp>
        <p:nvSpPr>
          <p:cNvPr id="144" name="Google Shape;144;g39c4263f7e9_2_36"/>
          <p:cNvSpPr txBox="1"/>
          <p:nvPr/>
        </p:nvSpPr>
        <p:spPr>
          <a:xfrm>
            <a:off x="6174025" y="2336888"/>
            <a:ext cx="2632500" cy="7470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5" name="Google Shape;145;g39c4263f7e9_2_36"/>
          <p:cNvSpPr txBox="1">
            <a:spLocks noGrp="1"/>
          </p:cNvSpPr>
          <p:nvPr>
            <p:ph type="body" idx="4294967295"/>
          </p:nvPr>
        </p:nvSpPr>
        <p:spPr>
          <a:xfrm>
            <a:off x="6233950" y="2349193"/>
            <a:ext cx="2494500" cy="7425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SzPts val="1800"/>
              <a:buNone/>
            </a:pPr>
            <a:r>
              <a:rPr lang="fr">
                <a:solidFill>
                  <a:schemeClr val="dk1"/>
                </a:solidFill>
                <a:latin typeface="Oswald"/>
                <a:ea typeface="Oswald"/>
                <a:cs typeface="Oswald"/>
                <a:sym typeface="Oswald"/>
              </a:rPr>
              <a:t>Ensemble (RF + XGB, majority vote)</a:t>
            </a:r>
            <a:endParaRPr>
              <a:solidFill>
                <a:schemeClr val="dk1"/>
              </a:solidFill>
              <a:latin typeface="Oswald"/>
              <a:ea typeface="Oswald"/>
              <a:cs typeface="Oswald"/>
              <a:sym typeface="Oswa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49"/>
        <p:cNvGrpSpPr/>
        <p:nvPr/>
      </p:nvGrpSpPr>
      <p:grpSpPr>
        <a:xfrm>
          <a:off x="0" y="0"/>
          <a:ext cx="0" cy="0"/>
          <a:chOff x="0" y="0"/>
          <a:chExt cx="0" cy="0"/>
        </a:xfrm>
      </p:grpSpPr>
      <p:sp>
        <p:nvSpPr>
          <p:cNvPr id="150" name="Google Shape;150;g3a04b84dd63_0_20"/>
          <p:cNvSpPr/>
          <p:nvPr/>
        </p:nvSpPr>
        <p:spPr>
          <a:xfrm>
            <a:off x="218700" y="1126225"/>
            <a:ext cx="2705400" cy="5370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fr" sz="1300" b="1" i="0" u="none" strike="noStrike" cap="none">
                <a:solidFill>
                  <a:srgbClr val="030A18"/>
                </a:solidFill>
                <a:latin typeface="Oswald"/>
                <a:ea typeface="Oswald"/>
                <a:cs typeface="Oswald"/>
                <a:sym typeface="Oswald"/>
              </a:rPr>
              <a:t>Train: </a:t>
            </a:r>
            <a:r>
              <a:rPr lang="fr" sz="900" b="1" i="0" u="none" strike="noStrike" cap="none">
                <a:solidFill>
                  <a:srgbClr val="030A18"/>
                </a:solidFill>
                <a:latin typeface="Oswald"/>
                <a:ea typeface="Oswald"/>
                <a:cs typeface="Oswald"/>
                <a:sym typeface="Oswald"/>
              </a:rPr>
              <a:t>Sep 2005 - Aug 2021</a:t>
            </a:r>
            <a:endParaRPr sz="900" b="1" i="0" u="none" strike="noStrike" cap="none">
              <a:solidFill>
                <a:srgbClr val="030A18"/>
              </a:solidFill>
              <a:latin typeface="Oswald"/>
              <a:ea typeface="Oswald"/>
              <a:cs typeface="Oswald"/>
              <a:sym typeface="Oswald"/>
            </a:endParaRPr>
          </a:p>
        </p:txBody>
      </p:sp>
      <p:sp>
        <p:nvSpPr>
          <p:cNvPr id="151" name="Google Shape;151;g3a04b84dd63_0_20"/>
          <p:cNvSpPr/>
          <p:nvPr/>
        </p:nvSpPr>
        <p:spPr>
          <a:xfrm>
            <a:off x="4399325" y="1129687"/>
            <a:ext cx="1008000" cy="537000"/>
          </a:xfrm>
          <a:prstGeom prst="rect">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fr" sz="1300" b="1" i="0" u="none" strike="noStrike" cap="none">
                <a:solidFill>
                  <a:schemeClr val="dk1"/>
                </a:solidFill>
                <a:latin typeface="Oswald"/>
                <a:ea typeface="Oswald"/>
                <a:cs typeface="Oswald"/>
                <a:sym typeface="Oswald"/>
              </a:rPr>
              <a:t>Prediction: </a:t>
            </a:r>
            <a:endParaRPr sz="1300" b="1" i="0" u="none" strike="noStrike" cap="none">
              <a:solidFill>
                <a:schemeClr val="dk1"/>
              </a:solidFill>
              <a:latin typeface="Oswald"/>
              <a:ea typeface="Oswald"/>
              <a:cs typeface="Oswald"/>
              <a:sym typeface="Oswald"/>
            </a:endParaRPr>
          </a:p>
          <a:p>
            <a:pPr marL="0" marR="0" lvl="0" indent="0" algn="ctr" rtl="0">
              <a:lnSpc>
                <a:spcPct val="100000"/>
              </a:lnSpc>
              <a:spcBef>
                <a:spcPts val="0"/>
              </a:spcBef>
              <a:spcAft>
                <a:spcPts val="0"/>
              </a:spcAft>
              <a:buClr>
                <a:srgbClr val="000000"/>
              </a:buClr>
              <a:buSzPts val="900"/>
              <a:buFont typeface="Arial"/>
              <a:buNone/>
            </a:pPr>
            <a:r>
              <a:rPr lang="fr" sz="900" b="1" i="0" u="none" strike="noStrike" cap="none">
                <a:solidFill>
                  <a:schemeClr val="dk1"/>
                </a:solidFill>
                <a:latin typeface="Oswald"/>
                <a:ea typeface="Oswald"/>
                <a:cs typeface="Oswald"/>
                <a:sym typeface="Oswald"/>
              </a:rPr>
              <a:t>Sep 2022</a:t>
            </a:r>
            <a:endParaRPr sz="900" b="1" i="0" u="none" strike="noStrike" cap="none">
              <a:solidFill>
                <a:schemeClr val="dk1"/>
              </a:solidFill>
              <a:latin typeface="Oswald"/>
              <a:ea typeface="Oswald"/>
              <a:cs typeface="Oswald"/>
              <a:sym typeface="Oswald"/>
            </a:endParaRPr>
          </a:p>
        </p:txBody>
      </p:sp>
      <p:sp>
        <p:nvSpPr>
          <p:cNvPr id="152" name="Google Shape;152;g3a04b84dd63_0_20"/>
          <p:cNvSpPr/>
          <p:nvPr/>
        </p:nvSpPr>
        <p:spPr>
          <a:xfrm>
            <a:off x="234525" y="1915029"/>
            <a:ext cx="5172900" cy="5139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300"/>
              <a:buFont typeface="Arial"/>
              <a:buNone/>
            </a:pPr>
            <a:r>
              <a:rPr lang="fr" sz="1300" b="1" i="0" u="none" strike="noStrike" cap="none">
                <a:solidFill>
                  <a:srgbClr val="000000"/>
                </a:solidFill>
                <a:latin typeface="Oswald"/>
                <a:ea typeface="Oswald"/>
                <a:cs typeface="Oswald"/>
                <a:sym typeface="Oswald"/>
              </a:rPr>
              <a:t>              Train: </a:t>
            </a:r>
            <a:r>
              <a:rPr lang="fr" sz="900" b="1" i="0" u="none" strike="noStrike" cap="none">
                <a:solidFill>
                  <a:srgbClr val="000000"/>
                </a:solidFill>
                <a:latin typeface="Oswald"/>
                <a:ea typeface="Oswald"/>
                <a:cs typeface="Oswald"/>
                <a:sym typeface="Oswald"/>
              </a:rPr>
              <a:t>Sep 2005 - Sep 2022</a:t>
            </a:r>
            <a:endParaRPr sz="900" b="1" i="0" u="none" strike="noStrike" cap="none">
              <a:solidFill>
                <a:srgbClr val="000000"/>
              </a:solidFill>
              <a:latin typeface="Oswald"/>
              <a:ea typeface="Oswald"/>
              <a:cs typeface="Oswald"/>
              <a:sym typeface="Oswald"/>
            </a:endParaRPr>
          </a:p>
        </p:txBody>
      </p:sp>
      <p:sp>
        <p:nvSpPr>
          <p:cNvPr id="153" name="Google Shape;153;g3a04b84dd63_0_20"/>
          <p:cNvSpPr/>
          <p:nvPr/>
        </p:nvSpPr>
        <p:spPr>
          <a:xfrm>
            <a:off x="5422558" y="1915036"/>
            <a:ext cx="951600" cy="537000"/>
          </a:xfrm>
          <a:prstGeom prst="rect">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fr" sz="1300" b="1" i="0" u="none" strike="noStrike" cap="none">
                <a:solidFill>
                  <a:schemeClr val="dk1"/>
                </a:solidFill>
                <a:latin typeface="Oswald"/>
                <a:ea typeface="Oswald"/>
                <a:cs typeface="Oswald"/>
                <a:sym typeface="Oswald"/>
              </a:rPr>
              <a:t>Prediction: </a:t>
            </a:r>
            <a:endParaRPr sz="1300" b="1" i="0" u="none" strike="noStrike" cap="none">
              <a:solidFill>
                <a:schemeClr val="dk1"/>
              </a:solidFill>
              <a:latin typeface="Oswald"/>
              <a:ea typeface="Oswald"/>
              <a:cs typeface="Oswald"/>
              <a:sym typeface="Oswald"/>
            </a:endParaRPr>
          </a:p>
          <a:p>
            <a:pPr marL="0" marR="0" lvl="0" indent="0" algn="ctr" rtl="0">
              <a:lnSpc>
                <a:spcPct val="100000"/>
              </a:lnSpc>
              <a:spcBef>
                <a:spcPts val="0"/>
              </a:spcBef>
              <a:spcAft>
                <a:spcPts val="0"/>
              </a:spcAft>
              <a:buClr>
                <a:srgbClr val="000000"/>
              </a:buClr>
              <a:buSzPts val="900"/>
              <a:buFont typeface="Arial"/>
              <a:buNone/>
            </a:pPr>
            <a:r>
              <a:rPr lang="fr" sz="900" b="1" i="0" u="none" strike="noStrike" cap="none">
                <a:solidFill>
                  <a:schemeClr val="dk1"/>
                </a:solidFill>
                <a:latin typeface="Oswald"/>
                <a:ea typeface="Oswald"/>
                <a:cs typeface="Oswald"/>
                <a:sym typeface="Oswald"/>
              </a:rPr>
              <a:t>Oct 2022</a:t>
            </a:r>
            <a:endParaRPr sz="900" b="1" i="0" u="none" strike="noStrike" cap="none">
              <a:solidFill>
                <a:schemeClr val="dk1"/>
              </a:solidFill>
              <a:latin typeface="Oswald"/>
              <a:ea typeface="Oswald"/>
              <a:cs typeface="Oswald"/>
              <a:sym typeface="Oswald"/>
            </a:endParaRPr>
          </a:p>
        </p:txBody>
      </p:sp>
      <p:sp>
        <p:nvSpPr>
          <p:cNvPr id="154" name="Google Shape;154;g3a04b84dd63_0_20"/>
          <p:cNvSpPr/>
          <p:nvPr/>
        </p:nvSpPr>
        <p:spPr>
          <a:xfrm>
            <a:off x="218700" y="2676668"/>
            <a:ext cx="6200400" cy="5139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300"/>
              <a:buFont typeface="Arial"/>
              <a:buNone/>
            </a:pPr>
            <a:r>
              <a:rPr lang="fr" sz="1300" b="1" i="0" u="none" strike="noStrike" cap="none">
                <a:solidFill>
                  <a:srgbClr val="000000"/>
                </a:solidFill>
                <a:latin typeface="Oswald"/>
                <a:ea typeface="Oswald"/>
                <a:cs typeface="Oswald"/>
                <a:sym typeface="Oswald"/>
              </a:rPr>
              <a:t>              Train: </a:t>
            </a:r>
            <a:r>
              <a:rPr lang="fr" sz="900" b="1" i="0" u="none" strike="noStrike" cap="none">
                <a:solidFill>
                  <a:srgbClr val="000000"/>
                </a:solidFill>
                <a:latin typeface="Oswald"/>
                <a:ea typeface="Oswald"/>
                <a:cs typeface="Oswald"/>
                <a:sym typeface="Oswald"/>
              </a:rPr>
              <a:t>Sep 2005 - Oct 2022</a:t>
            </a:r>
            <a:endParaRPr sz="900" b="1" i="0" u="none" strike="noStrike" cap="none">
              <a:solidFill>
                <a:srgbClr val="000000"/>
              </a:solidFill>
              <a:latin typeface="Oswald"/>
              <a:ea typeface="Oswald"/>
              <a:cs typeface="Oswald"/>
              <a:sym typeface="Oswald"/>
            </a:endParaRPr>
          </a:p>
        </p:txBody>
      </p:sp>
      <p:sp>
        <p:nvSpPr>
          <p:cNvPr id="155" name="Google Shape;155;g3a04b84dd63_0_20"/>
          <p:cNvSpPr/>
          <p:nvPr/>
        </p:nvSpPr>
        <p:spPr>
          <a:xfrm>
            <a:off x="6373985" y="2676668"/>
            <a:ext cx="951600" cy="537000"/>
          </a:xfrm>
          <a:prstGeom prst="rect">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fr" sz="1300" b="1" i="0" u="none" strike="noStrike" cap="none">
                <a:solidFill>
                  <a:schemeClr val="dk1"/>
                </a:solidFill>
                <a:latin typeface="Oswald"/>
                <a:ea typeface="Oswald"/>
                <a:cs typeface="Oswald"/>
                <a:sym typeface="Oswald"/>
              </a:rPr>
              <a:t>Prediction: </a:t>
            </a:r>
            <a:endParaRPr sz="1300" b="1" i="0" u="none" strike="noStrike" cap="none">
              <a:solidFill>
                <a:schemeClr val="dk1"/>
              </a:solidFill>
              <a:latin typeface="Oswald"/>
              <a:ea typeface="Oswald"/>
              <a:cs typeface="Oswald"/>
              <a:sym typeface="Oswald"/>
            </a:endParaRPr>
          </a:p>
          <a:p>
            <a:pPr marL="0" marR="0" lvl="0" indent="0" algn="ctr" rtl="0">
              <a:lnSpc>
                <a:spcPct val="100000"/>
              </a:lnSpc>
              <a:spcBef>
                <a:spcPts val="0"/>
              </a:spcBef>
              <a:spcAft>
                <a:spcPts val="0"/>
              </a:spcAft>
              <a:buClr>
                <a:srgbClr val="000000"/>
              </a:buClr>
              <a:buSzPts val="900"/>
              <a:buFont typeface="Arial"/>
              <a:buNone/>
            </a:pPr>
            <a:r>
              <a:rPr lang="fr" sz="900" b="1" i="0" u="none" strike="noStrike" cap="none">
                <a:solidFill>
                  <a:schemeClr val="dk1"/>
                </a:solidFill>
                <a:latin typeface="Oswald"/>
                <a:ea typeface="Oswald"/>
                <a:cs typeface="Oswald"/>
                <a:sym typeface="Oswald"/>
              </a:rPr>
              <a:t>Nov 2022</a:t>
            </a:r>
            <a:endParaRPr sz="900" b="1" i="0" u="none" strike="noStrike" cap="none">
              <a:solidFill>
                <a:schemeClr val="dk1"/>
              </a:solidFill>
              <a:latin typeface="Oswald"/>
              <a:ea typeface="Oswald"/>
              <a:cs typeface="Oswald"/>
              <a:sym typeface="Oswald"/>
            </a:endParaRPr>
          </a:p>
        </p:txBody>
      </p:sp>
      <p:sp>
        <p:nvSpPr>
          <p:cNvPr id="156" name="Google Shape;156;g3a04b84dd63_0_20"/>
          <p:cNvSpPr/>
          <p:nvPr/>
        </p:nvSpPr>
        <p:spPr>
          <a:xfrm>
            <a:off x="2807525" y="1126227"/>
            <a:ext cx="1591800" cy="5370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fr" sz="1300" b="1" i="0" u="none" strike="noStrike" cap="none">
                <a:solidFill>
                  <a:schemeClr val="dk1"/>
                </a:solidFill>
                <a:latin typeface="Oswald"/>
                <a:ea typeface="Oswald"/>
                <a:cs typeface="Oswald"/>
                <a:sym typeface="Oswald"/>
              </a:rPr>
              <a:t>Hyper Param tuning: </a:t>
            </a:r>
            <a:endParaRPr sz="1300" b="1" i="0" u="none" strike="noStrike" cap="none">
              <a:solidFill>
                <a:schemeClr val="dk1"/>
              </a:solidFill>
              <a:latin typeface="Oswald"/>
              <a:ea typeface="Oswald"/>
              <a:cs typeface="Oswald"/>
              <a:sym typeface="Oswald"/>
            </a:endParaRPr>
          </a:p>
          <a:p>
            <a:pPr marL="0" marR="0" lvl="0" indent="0" algn="ctr" rtl="0">
              <a:lnSpc>
                <a:spcPct val="100000"/>
              </a:lnSpc>
              <a:spcBef>
                <a:spcPts val="0"/>
              </a:spcBef>
              <a:spcAft>
                <a:spcPts val="0"/>
              </a:spcAft>
              <a:buClr>
                <a:srgbClr val="000000"/>
              </a:buClr>
              <a:buSzPts val="900"/>
              <a:buFont typeface="Arial"/>
              <a:buNone/>
            </a:pPr>
            <a:r>
              <a:rPr lang="fr" sz="900" b="1" i="0" u="none" strike="noStrike" cap="none">
                <a:solidFill>
                  <a:schemeClr val="dk1"/>
                </a:solidFill>
                <a:latin typeface="Oswald"/>
                <a:ea typeface="Oswald"/>
                <a:cs typeface="Oswald"/>
                <a:sym typeface="Oswald"/>
              </a:rPr>
              <a:t>Sep 2021 - Aug 2022</a:t>
            </a:r>
            <a:endParaRPr sz="900" b="1" i="0" u="none" strike="noStrike" cap="none">
              <a:solidFill>
                <a:schemeClr val="dk1"/>
              </a:solidFill>
              <a:latin typeface="Oswald"/>
              <a:ea typeface="Oswald"/>
              <a:cs typeface="Oswald"/>
              <a:sym typeface="Oswald"/>
            </a:endParaRPr>
          </a:p>
        </p:txBody>
      </p:sp>
      <p:grpSp>
        <p:nvGrpSpPr>
          <p:cNvPr id="157" name="Google Shape;157;g3a04b84dd63_0_20"/>
          <p:cNvGrpSpPr/>
          <p:nvPr/>
        </p:nvGrpSpPr>
        <p:grpSpPr>
          <a:xfrm>
            <a:off x="218700" y="4183457"/>
            <a:ext cx="8706600" cy="537248"/>
            <a:chOff x="298955" y="3593336"/>
            <a:chExt cx="8706600" cy="333301"/>
          </a:xfrm>
        </p:grpSpPr>
        <p:sp>
          <p:nvSpPr>
            <p:cNvPr id="158" name="Google Shape;158;g3a04b84dd63_0_20"/>
            <p:cNvSpPr/>
            <p:nvPr/>
          </p:nvSpPr>
          <p:spPr>
            <a:xfrm>
              <a:off x="298955" y="3593337"/>
              <a:ext cx="7399500" cy="333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marR="0" lvl="0" indent="0" algn="l" rtl="0">
                <a:lnSpc>
                  <a:spcPct val="100000"/>
                </a:lnSpc>
                <a:spcBef>
                  <a:spcPts val="0"/>
                </a:spcBef>
                <a:spcAft>
                  <a:spcPts val="0"/>
                </a:spcAft>
                <a:buClr>
                  <a:srgbClr val="000000"/>
                </a:buClr>
                <a:buSzPts val="1400"/>
                <a:buFont typeface="Arial"/>
                <a:buNone/>
              </a:pPr>
              <a:r>
                <a:rPr lang="fr" sz="1400" b="1" i="0" u="none" strike="noStrike" cap="none">
                  <a:solidFill>
                    <a:srgbClr val="000000"/>
                  </a:solidFill>
                  <a:latin typeface="Oswald"/>
                  <a:ea typeface="Oswald"/>
                  <a:cs typeface="Oswald"/>
                  <a:sym typeface="Oswald"/>
                </a:rPr>
                <a:t>Train: </a:t>
              </a:r>
              <a:r>
                <a:rPr lang="fr" sz="1000" b="1" i="0" u="none" strike="noStrike" cap="none">
                  <a:solidFill>
                    <a:srgbClr val="000000"/>
                  </a:solidFill>
                  <a:latin typeface="Oswald"/>
                  <a:ea typeface="Oswald"/>
                  <a:cs typeface="Oswald"/>
                  <a:sym typeface="Oswald"/>
                </a:rPr>
                <a:t>Sep 2005 - Aug 2025</a:t>
              </a:r>
              <a:endParaRPr sz="1000" b="1" i="0" u="none" strike="noStrike" cap="none">
                <a:solidFill>
                  <a:srgbClr val="000000"/>
                </a:solidFill>
                <a:latin typeface="Oswald"/>
                <a:ea typeface="Oswald"/>
                <a:cs typeface="Oswald"/>
                <a:sym typeface="Oswald"/>
              </a:endParaRPr>
            </a:p>
          </p:txBody>
        </p:sp>
        <p:sp>
          <p:nvSpPr>
            <p:cNvPr id="159" name="Google Shape;159;g3a04b84dd63_0_20"/>
            <p:cNvSpPr/>
            <p:nvPr/>
          </p:nvSpPr>
          <p:spPr>
            <a:xfrm>
              <a:off x="7698755" y="3593336"/>
              <a:ext cx="1306800" cy="333300"/>
            </a:xfrm>
            <a:prstGeom prst="rect">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fr" sz="1300" b="1" i="0" u="none" strike="noStrike" cap="none">
                  <a:solidFill>
                    <a:schemeClr val="dk1"/>
                  </a:solidFill>
                  <a:latin typeface="Oswald"/>
                  <a:ea typeface="Oswald"/>
                  <a:cs typeface="Oswald"/>
                  <a:sym typeface="Oswald"/>
                </a:rPr>
                <a:t>Prediction: </a:t>
              </a:r>
              <a:endParaRPr sz="1300" b="1" i="0" u="none" strike="noStrike" cap="none">
                <a:solidFill>
                  <a:schemeClr val="dk1"/>
                </a:solidFill>
                <a:latin typeface="Oswald"/>
                <a:ea typeface="Oswald"/>
                <a:cs typeface="Oswald"/>
                <a:sym typeface="Oswald"/>
              </a:endParaRPr>
            </a:p>
            <a:p>
              <a:pPr marL="0" marR="0" lvl="0" indent="0" algn="ctr" rtl="0">
                <a:lnSpc>
                  <a:spcPct val="100000"/>
                </a:lnSpc>
                <a:spcBef>
                  <a:spcPts val="0"/>
                </a:spcBef>
                <a:spcAft>
                  <a:spcPts val="0"/>
                </a:spcAft>
                <a:buClr>
                  <a:srgbClr val="000000"/>
                </a:buClr>
                <a:buSzPts val="900"/>
                <a:buFont typeface="Arial"/>
                <a:buNone/>
              </a:pPr>
              <a:r>
                <a:rPr lang="fr" sz="900" b="1" i="0" u="none" strike="noStrike" cap="none">
                  <a:solidFill>
                    <a:schemeClr val="dk1"/>
                  </a:solidFill>
                  <a:latin typeface="Oswald"/>
                  <a:ea typeface="Oswald"/>
                  <a:cs typeface="Oswald"/>
                  <a:sym typeface="Oswald"/>
                </a:rPr>
                <a:t>Sep 2025</a:t>
              </a:r>
              <a:endParaRPr sz="900" b="1" i="0" u="none" strike="noStrike" cap="none">
                <a:solidFill>
                  <a:schemeClr val="dk1"/>
                </a:solidFill>
                <a:latin typeface="Oswald"/>
                <a:ea typeface="Oswald"/>
                <a:cs typeface="Oswald"/>
                <a:sym typeface="Oswald"/>
              </a:endParaRPr>
            </a:p>
          </p:txBody>
        </p:sp>
      </p:grpSp>
      <p:sp>
        <p:nvSpPr>
          <p:cNvPr id="160" name="Google Shape;160;g3a04b84dd63_0_20"/>
          <p:cNvSpPr txBox="1"/>
          <p:nvPr/>
        </p:nvSpPr>
        <p:spPr>
          <a:xfrm>
            <a:off x="2828374" y="3243502"/>
            <a:ext cx="1156800" cy="8376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fr" sz="1000" b="1" i="0" u="none" strike="noStrike" cap="none">
                <a:solidFill>
                  <a:srgbClr val="030A18"/>
                </a:solidFill>
                <a:latin typeface="Average"/>
                <a:ea typeface="Average"/>
                <a:cs typeface="Average"/>
                <a:sym typeface="Average"/>
              </a:rPr>
              <a:t>*</a:t>
            </a:r>
            <a:endParaRPr sz="1000" b="1" i="0" u="none" strike="noStrike" cap="none">
              <a:solidFill>
                <a:srgbClr val="030A18"/>
              </a:solidFill>
              <a:latin typeface="Average"/>
              <a:ea typeface="Average"/>
              <a:cs typeface="Average"/>
              <a:sym typeface="Average"/>
            </a:endParaRPr>
          </a:p>
          <a:p>
            <a:pPr marL="0" marR="0" lvl="0" indent="0" algn="ctr" rtl="0">
              <a:lnSpc>
                <a:spcPct val="100000"/>
              </a:lnSpc>
              <a:spcBef>
                <a:spcPts val="0"/>
              </a:spcBef>
              <a:spcAft>
                <a:spcPts val="0"/>
              </a:spcAft>
              <a:buClr>
                <a:srgbClr val="000000"/>
              </a:buClr>
              <a:buSzPts val="1000"/>
              <a:buFont typeface="Arial"/>
              <a:buNone/>
            </a:pPr>
            <a:r>
              <a:rPr lang="fr" sz="1000" b="1" i="0" u="none" strike="noStrike" cap="none">
                <a:solidFill>
                  <a:srgbClr val="030A18"/>
                </a:solidFill>
                <a:latin typeface="Average"/>
                <a:ea typeface="Average"/>
                <a:cs typeface="Average"/>
                <a:sym typeface="Average"/>
              </a:rPr>
              <a:t>*</a:t>
            </a:r>
            <a:endParaRPr sz="1000" b="1" i="0" u="none" strike="noStrike" cap="none">
              <a:solidFill>
                <a:srgbClr val="030A18"/>
              </a:solidFill>
              <a:latin typeface="Average"/>
              <a:ea typeface="Average"/>
              <a:cs typeface="Average"/>
              <a:sym typeface="Average"/>
            </a:endParaRPr>
          </a:p>
          <a:p>
            <a:pPr marL="0" marR="0" lvl="0" indent="0" algn="ctr" rtl="0">
              <a:lnSpc>
                <a:spcPct val="100000"/>
              </a:lnSpc>
              <a:spcBef>
                <a:spcPts val="0"/>
              </a:spcBef>
              <a:spcAft>
                <a:spcPts val="0"/>
              </a:spcAft>
              <a:buClr>
                <a:srgbClr val="000000"/>
              </a:buClr>
              <a:buSzPts val="1000"/>
              <a:buFont typeface="Arial"/>
              <a:buNone/>
            </a:pPr>
            <a:r>
              <a:rPr lang="fr" sz="1000" b="1" i="0" u="none" strike="noStrike" cap="none">
                <a:solidFill>
                  <a:srgbClr val="030A18"/>
                </a:solidFill>
                <a:latin typeface="Average"/>
                <a:ea typeface="Average"/>
                <a:cs typeface="Average"/>
                <a:sym typeface="Average"/>
              </a:rPr>
              <a:t>*</a:t>
            </a:r>
            <a:endParaRPr sz="1000" b="1" i="0" u="none" strike="noStrike" cap="none">
              <a:solidFill>
                <a:srgbClr val="030A18"/>
              </a:solidFill>
              <a:latin typeface="Average"/>
              <a:ea typeface="Average"/>
              <a:cs typeface="Average"/>
              <a:sym typeface="Average"/>
            </a:endParaRPr>
          </a:p>
          <a:p>
            <a:pPr marL="0" marR="0" lvl="0" indent="0" algn="ctr" rtl="0">
              <a:lnSpc>
                <a:spcPct val="100000"/>
              </a:lnSpc>
              <a:spcBef>
                <a:spcPts val="0"/>
              </a:spcBef>
              <a:spcAft>
                <a:spcPts val="0"/>
              </a:spcAft>
              <a:buClr>
                <a:srgbClr val="000000"/>
              </a:buClr>
              <a:buSzPts val="1000"/>
              <a:buFont typeface="Arial"/>
              <a:buNone/>
            </a:pPr>
            <a:r>
              <a:rPr lang="fr" sz="1000" b="1" i="0" u="none" strike="noStrike" cap="none">
                <a:solidFill>
                  <a:srgbClr val="030A18"/>
                </a:solidFill>
                <a:latin typeface="Average"/>
                <a:ea typeface="Average"/>
                <a:cs typeface="Average"/>
                <a:sym typeface="Average"/>
              </a:rPr>
              <a:t>*</a:t>
            </a:r>
            <a:endParaRPr sz="1000" b="1" i="0" u="none" strike="noStrike" cap="none">
              <a:solidFill>
                <a:srgbClr val="030A18"/>
              </a:solidFill>
              <a:latin typeface="Average"/>
              <a:ea typeface="Average"/>
              <a:cs typeface="Average"/>
              <a:sym typeface="Average"/>
            </a:endParaRPr>
          </a:p>
        </p:txBody>
      </p:sp>
      <p:sp>
        <p:nvSpPr>
          <p:cNvPr id="161" name="Google Shape;161;g3a04b84dd63_0_20"/>
          <p:cNvSpPr txBox="1"/>
          <p:nvPr/>
        </p:nvSpPr>
        <p:spPr>
          <a:xfrm>
            <a:off x="4319923" y="3226452"/>
            <a:ext cx="1008000" cy="880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fr" sz="1000" b="1" i="0" u="none" strike="noStrike" cap="none">
                <a:solidFill>
                  <a:srgbClr val="030A18"/>
                </a:solidFill>
                <a:latin typeface="Average"/>
                <a:ea typeface="Average"/>
                <a:cs typeface="Average"/>
                <a:sym typeface="Average"/>
              </a:rPr>
              <a:t>*</a:t>
            </a:r>
            <a:endParaRPr sz="1000" b="1" i="0" u="none" strike="noStrike" cap="none">
              <a:solidFill>
                <a:srgbClr val="030A18"/>
              </a:solidFill>
              <a:latin typeface="Average"/>
              <a:ea typeface="Average"/>
              <a:cs typeface="Average"/>
              <a:sym typeface="Average"/>
            </a:endParaRPr>
          </a:p>
          <a:p>
            <a:pPr marL="0" marR="0" lvl="0" indent="0" algn="ctr" rtl="0">
              <a:lnSpc>
                <a:spcPct val="100000"/>
              </a:lnSpc>
              <a:spcBef>
                <a:spcPts val="0"/>
              </a:spcBef>
              <a:spcAft>
                <a:spcPts val="0"/>
              </a:spcAft>
              <a:buClr>
                <a:srgbClr val="000000"/>
              </a:buClr>
              <a:buSzPts val="1000"/>
              <a:buFont typeface="Arial"/>
              <a:buNone/>
            </a:pPr>
            <a:r>
              <a:rPr lang="fr" sz="1000" b="1" i="0" u="none" strike="noStrike" cap="none">
                <a:solidFill>
                  <a:srgbClr val="030A18"/>
                </a:solidFill>
                <a:latin typeface="Average"/>
                <a:ea typeface="Average"/>
                <a:cs typeface="Average"/>
                <a:sym typeface="Average"/>
              </a:rPr>
              <a:t>*</a:t>
            </a:r>
            <a:endParaRPr sz="1000" b="1" i="0" u="none" strike="noStrike" cap="none">
              <a:solidFill>
                <a:srgbClr val="030A18"/>
              </a:solidFill>
              <a:latin typeface="Average"/>
              <a:ea typeface="Average"/>
              <a:cs typeface="Average"/>
              <a:sym typeface="Average"/>
            </a:endParaRPr>
          </a:p>
          <a:p>
            <a:pPr marL="0" marR="0" lvl="0" indent="0" algn="ctr" rtl="0">
              <a:lnSpc>
                <a:spcPct val="100000"/>
              </a:lnSpc>
              <a:spcBef>
                <a:spcPts val="0"/>
              </a:spcBef>
              <a:spcAft>
                <a:spcPts val="0"/>
              </a:spcAft>
              <a:buClr>
                <a:srgbClr val="000000"/>
              </a:buClr>
              <a:buSzPts val="1000"/>
              <a:buFont typeface="Arial"/>
              <a:buNone/>
            </a:pPr>
            <a:r>
              <a:rPr lang="fr" sz="1000" b="1" i="0" u="none" strike="noStrike" cap="none">
                <a:solidFill>
                  <a:srgbClr val="030A18"/>
                </a:solidFill>
                <a:latin typeface="Average"/>
                <a:ea typeface="Average"/>
                <a:cs typeface="Average"/>
                <a:sym typeface="Average"/>
              </a:rPr>
              <a:t>*</a:t>
            </a:r>
            <a:endParaRPr sz="1000" b="1" i="0" u="none" strike="noStrike" cap="none">
              <a:solidFill>
                <a:srgbClr val="030A18"/>
              </a:solidFill>
              <a:latin typeface="Average"/>
              <a:ea typeface="Average"/>
              <a:cs typeface="Average"/>
              <a:sym typeface="Average"/>
            </a:endParaRPr>
          </a:p>
          <a:p>
            <a:pPr marL="0" marR="0" lvl="0" indent="0" algn="ctr" rtl="0">
              <a:lnSpc>
                <a:spcPct val="100000"/>
              </a:lnSpc>
              <a:spcBef>
                <a:spcPts val="0"/>
              </a:spcBef>
              <a:spcAft>
                <a:spcPts val="0"/>
              </a:spcAft>
              <a:buClr>
                <a:srgbClr val="000000"/>
              </a:buClr>
              <a:buSzPts val="1000"/>
              <a:buFont typeface="Arial"/>
              <a:buNone/>
            </a:pPr>
            <a:r>
              <a:rPr lang="fr" sz="1000" b="1" i="0" u="none" strike="noStrike" cap="none">
                <a:solidFill>
                  <a:srgbClr val="030A18"/>
                </a:solidFill>
                <a:latin typeface="Average"/>
                <a:ea typeface="Average"/>
                <a:cs typeface="Average"/>
                <a:sym typeface="Average"/>
              </a:rPr>
              <a:t>*</a:t>
            </a:r>
            <a:endParaRPr sz="1000" b="1" i="0" u="none" strike="noStrike" cap="none">
              <a:solidFill>
                <a:srgbClr val="030A18"/>
              </a:solidFill>
              <a:latin typeface="Average"/>
              <a:ea typeface="Average"/>
              <a:cs typeface="Average"/>
              <a:sym typeface="Average"/>
            </a:endParaRPr>
          </a:p>
        </p:txBody>
      </p:sp>
      <p:sp>
        <p:nvSpPr>
          <p:cNvPr id="162" name="Google Shape;162;g3a04b84dd63_0_20"/>
          <p:cNvSpPr txBox="1"/>
          <p:nvPr/>
        </p:nvSpPr>
        <p:spPr>
          <a:xfrm>
            <a:off x="1097199" y="3243425"/>
            <a:ext cx="1156800" cy="880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fr" sz="1000" b="1" i="0" u="none" strike="noStrike" cap="none">
                <a:solidFill>
                  <a:srgbClr val="030A18"/>
                </a:solidFill>
                <a:latin typeface="Average"/>
                <a:ea typeface="Average"/>
                <a:cs typeface="Average"/>
                <a:sym typeface="Average"/>
              </a:rPr>
              <a:t>*</a:t>
            </a:r>
            <a:endParaRPr sz="1000" b="1" i="0" u="none" strike="noStrike" cap="none">
              <a:solidFill>
                <a:srgbClr val="030A18"/>
              </a:solidFill>
              <a:latin typeface="Average"/>
              <a:ea typeface="Average"/>
              <a:cs typeface="Average"/>
              <a:sym typeface="Average"/>
            </a:endParaRPr>
          </a:p>
          <a:p>
            <a:pPr marL="0" marR="0" lvl="0" indent="0" algn="ctr" rtl="0">
              <a:lnSpc>
                <a:spcPct val="100000"/>
              </a:lnSpc>
              <a:spcBef>
                <a:spcPts val="0"/>
              </a:spcBef>
              <a:spcAft>
                <a:spcPts val="0"/>
              </a:spcAft>
              <a:buClr>
                <a:srgbClr val="000000"/>
              </a:buClr>
              <a:buSzPts val="1000"/>
              <a:buFont typeface="Arial"/>
              <a:buNone/>
            </a:pPr>
            <a:r>
              <a:rPr lang="fr" sz="1000" b="1" i="0" u="none" strike="noStrike" cap="none">
                <a:solidFill>
                  <a:srgbClr val="030A18"/>
                </a:solidFill>
                <a:latin typeface="Average"/>
                <a:ea typeface="Average"/>
                <a:cs typeface="Average"/>
                <a:sym typeface="Average"/>
              </a:rPr>
              <a:t>*</a:t>
            </a:r>
            <a:endParaRPr sz="1000" b="1" i="0" u="none" strike="noStrike" cap="none">
              <a:solidFill>
                <a:srgbClr val="030A18"/>
              </a:solidFill>
              <a:latin typeface="Average"/>
              <a:ea typeface="Average"/>
              <a:cs typeface="Average"/>
              <a:sym typeface="Average"/>
            </a:endParaRPr>
          </a:p>
          <a:p>
            <a:pPr marL="0" marR="0" lvl="0" indent="0" algn="ctr" rtl="0">
              <a:lnSpc>
                <a:spcPct val="100000"/>
              </a:lnSpc>
              <a:spcBef>
                <a:spcPts val="0"/>
              </a:spcBef>
              <a:spcAft>
                <a:spcPts val="0"/>
              </a:spcAft>
              <a:buClr>
                <a:srgbClr val="000000"/>
              </a:buClr>
              <a:buSzPts val="1000"/>
              <a:buFont typeface="Arial"/>
              <a:buNone/>
            </a:pPr>
            <a:r>
              <a:rPr lang="fr" sz="1000" b="1" i="0" u="none" strike="noStrike" cap="none">
                <a:solidFill>
                  <a:srgbClr val="030A18"/>
                </a:solidFill>
                <a:latin typeface="Average"/>
                <a:ea typeface="Average"/>
                <a:cs typeface="Average"/>
                <a:sym typeface="Average"/>
              </a:rPr>
              <a:t>*</a:t>
            </a:r>
            <a:endParaRPr sz="1000" b="1" i="0" u="none" strike="noStrike" cap="none">
              <a:solidFill>
                <a:srgbClr val="030A18"/>
              </a:solidFill>
              <a:latin typeface="Average"/>
              <a:ea typeface="Average"/>
              <a:cs typeface="Average"/>
              <a:sym typeface="Average"/>
            </a:endParaRPr>
          </a:p>
          <a:p>
            <a:pPr marL="0" marR="0" lvl="0" indent="0" algn="ctr" rtl="0">
              <a:lnSpc>
                <a:spcPct val="100000"/>
              </a:lnSpc>
              <a:spcBef>
                <a:spcPts val="0"/>
              </a:spcBef>
              <a:spcAft>
                <a:spcPts val="0"/>
              </a:spcAft>
              <a:buClr>
                <a:srgbClr val="000000"/>
              </a:buClr>
              <a:buSzPts val="1000"/>
              <a:buFont typeface="Arial"/>
              <a:buNone/>
            </a:pPr>
            <a:r>
              <a:rPr lang="fr" sz="1000" b="1" i="0" u="none" strike="noStrike" cap="none">
                <a:solidFill>
                  <a:srgbClr val="030A18"/>
                </a:solidFill>
                <a:latin typeface="Average"/>
                <a:ea typeface="Average"/>
                <a:cs typeface="Average"/>
                <a:sym typeface="Average"/>
              </a:rPr>
              <a:t>*</a:t>
            </a:r>
            <a:endParaRPr sz="1000" b="1" i="0" u="none" strike="noStrike" cap="none">
              <a:solidFill>
                <a:srgbClr val="030A18"/>
              </a:solidFill>
              <a:latin typeface="Average"/>
              <a:ea typeface="Average"/>
              <a:cs typeface="Average"/>
              <a:sym typeface="Average"/>
            </a:endParaRPr>
          </a:p>
        </p:txBody>
      </p:sp>
      <p:sp>
        <p:nvSpPr>
          <p:cNvPr id="163" name="Google Shape;163;g3a04b84dd63_0_20"/>
          <p:cNvSpPr txBox="1">
            <a:spLocks noGrp="1"/>
          </p:cNvSpPr>
          <p:nvPr>
            <p:ph type="title" idx="4294967295"/>
          </p:nvPr>
        </p:nvSpPr>
        <p:spPr>
          <a:xfrm>
            <a:off x="1501225" y="226875"/>
            <a:ext cx="6398700" cy="6945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1000"/>
              </a:spcBef>
              <a:spcAft>
                <a:spcPts val="1000"/>
              </a:spcAft>
              <a:buSzPts val="3000"/>
              <a:buNone/>
            </a:pPr>
            <a:r>
              <a:rPr lang="fr" sz="2800" b="1">
                <a:solidFill>
                  <a:schemeClr val="lt1"/>
                </a:solidFill>
                <a:latin typeface="Arial"/>
                <a:ea typeface="Arial"/>
                <a:cs typeface="Arial"/>
                <a:sym typeface="Arial"/>
              </a:rPr>
              <a:t>Rolling Origin Evaluation (ROE)</a:t>
            </a:r>
            <a:endParaRPr sz="2800" b="1">
              <a:solidFill>
                <a:srgbClr val="1B2327"/>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67"/>
        <p:cNvGrpSpPr/>
        <p:nvPr/>
      </p:nvGrpSpPr>
      <p:grpSpPr>
        <a:xfrm>
          <a:off x="0" y="0"/>
          <a:ext cx="0" cy="0"/>
          <a:chOff x="0" y="0"/>
          <a:chExt cx="0" cy="0"/>
        </a:xfrm>
      </p:grpSpPr>
      <p:pic>
        <p:nvPicPr>
          <p:cNvPr id="168" name="Google Shape;168;g39c4444c0f4_2_0"/>
          <p:cNvPicPr preferRelativeResize="0"/>
          <p:nvPr/>
        </p:nvPicPr>
        <p:blipFill rotWithShape="1">
          <a:blip r:embed="rId3">
            <a:alphaModFix/>
          </a:blip>
          <a:srcRect t="3623"/>
          <a:stretch/>
        </p:blipFill>
        <p:spPr>
          <a:xfrm>
            <a:off x="1188250" y="727800"/>
            <a:ext cx="6327900" cy="4255173"/>
          </a:xfrm>
          <a:prstGeom prst="rect">
            <a:avLst/>
          </a:prstGeom>
          <a:noFill/>
          <a:ln>
            <a:noFill/>
          </a:ln>
        </p:spPr>
      </p:pic>
      <p:sp>
        <p:nvSpPr>
          <p:cNvPr id="169" name="Google Shape;169;g39c4444c0f4_2_0"/>
          <p:cNvSpPr txBox="1">
            <a:spLocks noGrp="1"/>
          </p:cNvSpPr>
          <p:nvPr>
            <p:ph type="title" idx="4294967295"/>
          </p:nvPr>
        </p:nvSpPr>
        <p:spPr>
          <a:xfrm>
            <a:off x="1692675" y="65300"/>
            <a:ext cx="5462700" cy="5892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100"/>
              </a:spcBef>
              <a:spcAft>
                <a:spcPts val="0"/>
              </a:spcAft>
              <a:buSzPts val="3000"/>
              <a:buNone/>
            </a:pPr>
            <a:r>
              <a:rPr lang="fr" sz="2400" b="1">
                <a:solidFill>
                  <a:srgbClr val="1B2327"/>
                </a:solidFill>
                <a:latin typeface="Arial"/>
                <a:ea typeface="Arial"/>
                <a:cs typeface="Arial"/>
                <a:sym typeface="Arial"/>
              </a:rPr>
              <a:t>Evaluation &amp; Results (1) </a:t>
            </a:r>
            <a:endParaRPr sz="1800" b="1">
              <a:solidFill>
                <a:srgbClr val="1B2327"/>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73"/>
        <p:cNvGrpSpPr/>
        <p:nvPr/>
      </p:nvGrpSpPr>
      <p:grpSpPr>
        <a:xfrm>
          <a:off x="0" y="0"/>
          <a:ext cx="0" cy="0"/>
          <a:chOff x="0" y="0"/>
          <a:chExt cx="0" cy="0"/>
        </a:xfrm>
      </p:grpSpPr>
      <p:sp>
        <p:nvSpPr>
          <p:cNvPr id="174" name="Google Shape;174;g39c4444c0f4_1_14"/>
          <p:cNvSpPr txBox="1">
            <a:spLocks noGrp="1"/>
          </p:cNvSpPr>
          <p:nvPr>
            <p:ph type="title"/>
          </p:nvPr>
        </p:nvSpPr>
        <p:spPr>
          <a:xfrm>
            <a:off x="413700" y="1144200"/>
            <a:ext cx="8316600" cy="6945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fr" sz="2000">
                <a:solidFill>
                  <a:schemeClr val="lt1"/>
                </a:solidFill>
                <a:latin typeface="Arial"/>
                <a:ea typeface="Arial"/>
                <a:cs typeface="Arial"/>
                <a:sym typeface="Arial"/>
              </a:rPr>
              <a:t>The model demonstrates strong temporal stability, maintaining consistent F1 scores (0.55-0.77) across the 37-month evaluation period. </a:t>
            </a:r>
            <a:endParaRPr sz="2000">
              <a:solidFill>
                <a:schemeClr val="lt1"/>
              </a:solidFill>
              <a:latin typeface="Arial"/>
              <a:ea typeface="Arial"/>
              <a:cs typeface="Arial"/>
              <a:sym typeface="Arial"/>
            </a:endParaRPr>
          </a:p>
        </p:txBody>
      </p:sp>
      <p:sp>
        <p:nvSpPr>
          <p:cNvPr id="175" name="Google Shape;175;g39c4444c0f4_1_14"/>
          <p:cNvSpPr txBox="1">
            <a:spLocks noGrp="1"/>
          </p:cNvSpPr>
          <p:nvPr>
            <p:ph type="title" idx="4294967295"/>
          </p:nvPr>
        </p:nvSpPr>
        <p:spPr>
          <a:xfrm>
            <a:off x="1692675" y="65300"/>
            <a:ext cx="5462700" cy="5892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100"/>
              </a:spcBef>
              <a:spcAft>
                <a:spcPts val="0"/>
              </a:spcAft>
              <a:buSzPts val="3000"/>
              <a:buNone/>
            </a:pPr>
            <a:r>
              <a:rPr lang="fr" sz="2400" b="1">
                <a:solidFill>
                  <a:srgbClr val="1B2327"/>
                </a:solidFill>
                <a:latin typeface="Arial"/>
                <a:ea typeface="Arial"/>
                <a:cs typeface="Arial"/>
                <a:sym typeface="Arial"/>
              </a:rPr>
              <a:t>Evaluation &amp; Results (2) </a:t>
            </a:r>
            <a:endParaRPr sz="1800" b="1">
              <a:solidFill>
                <a:srgbClr val="1B2327"/>
              </a:solidFill>
              <a:latin typeface="Arial"/>
              <a:ea typeface="Arial"/>
              <a:cs typeface="Arial"/>
              <a:sym typeface="Arial"/>
            </a:endParaRPr>
          </a:p>
        </p:txBody>
      </p:sp>
      <p:graphicFrame>
        <p:nvGraphicFramePr>
          <p:cNvPr id="176" name="Google Shape;176;g39c4444c0f4_1_14"/>
          <p:cNvGraphicFramePr/>
          <p:nvPr/>
        </p:nvGraphicFramePr>
        <p:xfrm>
          <a:off x="413650" y="2328400"/>
          <a:ext cx="3000000" cy="3000000"/>
        </p:xfrm>
        <a:graphic>
          <a:graphicData uri="http://schemas.openxmlformats.org/drawingml/2006/table">
            <a:tbl>
              <a:tblPr>
                <a:noFill/>
                <a:tableStyleId>{6CDCA4C0-3DEF-4BD4-8067-5ED2A27C25F8}</a:tableStyleId>
              </a:tblPr>
              <a:tblGrid>
                <a:gridCol w="1597850">
                  <a:extLst>
                    <a:ext uri="{9D8B030D-6E8A-4147-A177-3AD203B41FA5}">
                      <a16:colId xmlns:a16="http://schemas.microsoft.com/office/drawing/2014/main" val="20000"/>
                    </a:ext>
                  </a:extLst>
                </a:gridCol>
                <a:gridCol w="1597850">
                  <a:extLst>
                    <a:ext uri="{9D8B030D-6E8A-4147-A177-3AD203B41FA5}">
                      <a16:colId xmlns:a16="http://schemas.microsoft.com/office/drawing/2014/main" val="20001"/>
                    </a:ext>
                  </a:extLst>
                </a:gridCol>
                <a:gridCol w="1597850">
                  <a:extLst>
                    <a:ext uri="{9D8B030D-6E8A-4147-A177-3AD203B41FA5}">
                      <a16:colId xmlns:a16="http://schemas.microsoft.com/office/drawing/2014/main" val="20002"/>
                    </a:ext>
                  </a:extLst>
                </a:gridCol>
                <a:gridCol w="1597850">
                  <a:extLst>
                    <a:ext uri="{9D8B030D-6E8A-4147-A177-3AD203B41FA5}">
                      <a16:colId xmlns:a16="http://schemas.microsoft.com/office/drawing/2014/main" val="20003"/>
                    </a:ext>
                  </a:extLst>
                </a:gridCol>
                <a:gridCol w="1597850">
                  <a:extLst>
                    <a:ext uri="{9D8B030D-6E8A-4147-A177-3AD203B41FA5}">
                      <a16:colId xmlns:a16="http://schemas.microsoft.com/office/drawing/2014/main" val="20004"/>
                    </a:ext>
                  </a:extLst>
                </a:gridCol>
              </a:tblGrid>
              <a:tr h="545475">
                <a:tc>
                  <a:txBody>
                    <a:bodyPr/>
                    <a:lstStyle/>
                    <a:p>
                      <a:pPr marL="0" lvl="0" indent="0" algn="ctr" rtl="0">
                        <a:spcBef>
                          <a:spcPts val="0"/>
                        </a:spcBef>
                        <a:spcAft>
                          <a:spcPts val="0"/>
                        </a:spcAft>
                        <a:buNone/>
                      </a:pPr>
                      <a:r>
                        <a:rPr lang="fr" sz="1500" b="1">
                          <a:solidFill>
                            <a:schemeClr val="dk1"/>
                          </a:solidFill>
                        </a:rPr>
                        <a:t>Model</a:t>
                      </a:r>
                      <a:endParaRPr sz="1500" b="1">
                        <a:solidFill>
                          <a:schemeClr val="dk1"/>
                        </a:solidFill>
                      </a:endParaRPr>
                    </a:p>
                  </a:txBody>
                  <a:tcPr marL="91425" marR="91425" marT="91425" marB="91425">
                    <a:lnL w="38100" cap="flat" cmpd="sng">
                      <a:solidFill>
                        <a:srgbClr val="3D85C6"/>
                      </a:solidFill>
                      <a:prstDash val="solid"/>
                      <a:round/>
                      <a:headEnd type="none" w="sm" len="sm"/>
                      <a:tailEnd type="none" w="sm" len="sm"/>
                    </a:lnL>
                    <a:lnR w="38100" cap="flat" cmpd="sng">
                      <a:solidFill>
                        <a:srgbClr val="3D85C6"/>
                      </a:solidFill>
                      <a:prstDash val="solid"/>
                      <a:round/>
                      <a:headEnd type="none" w="sm" len="sm"/>
                      <a:tailEnd type="none" w="sm" len="sm"/>
                    </a:lnR>
                    <a:lnT w="38100" cap="flat" cmpd="sng">
                      <a:solidFill>
                        <a:srgbClr val="3D85C6"/>
                      </a:solidFill>
                      <a:prstDash val="solid"/>
                      <a:round/>
                      <a:headEnd type="none" w="sm" len="sm"/>
                      <a:tailEnd type="none" w="sm" len="sm"/>
                    </a:lnT>
                    <a:lnB w="38100" cap="flat" cmpd="sng">
                      <a:solidFill>
                        <a:srgbClr val="3D85C6"/>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r>
                        <a:rPr lang="fr" sz="1500" b="1">
                          <a:solidFill>
                            <a:schemeClr val="dk1"/>
                          </a:solidFill>
                        </a:rPr>
                        <a:t>Balanced Acc</a:t>
                      </a:r>
                      <a:endParaRPr sz="1500" b="1">
                        <a:solidFill>
                          <a:schemeClr val="dk1"/>
                        </a:solidFill>
                      </a:endParaRPr>
                    </a:p>
                  </a:txBody>
                  <a:tcPr marL="91425" marR="91425" marT="91425" marB="91425">
                    <a:lnL w="38100" cap="flat" cmpd="sng">
                      <a:solidFill>
                        <a:srgbClr val="3D85C6"/>
                      </a:solidFill>
                      <a:prstDash val="solid"/>
                      <a:round/>
                      <a:headEnd type="none" w="sm" len="sm"/>
                      <a:tailEnd type="none" w="sm" len="sm"/>
                    </a:lnL>
                    <a:lnR w="38100" cap="flat" cmpd="sng">
                      <a:solidFill>
                        <a:srgbClr val="3D85C6"/>
                      </a:solidFill>
                      <a:prstDash val="solid"/>
                      <a:round/>
                      <a:headEnd type="none" w="sm" len="sm"/>
                      <a:tailEnd type="none" w="sm" len="sm"/>
                    </a:lnR>
                    <a:lnT w="38100" cap="flat" cmpd="sng">
                      <a:solidFill>
                        <a:srgbClr val="3D85C6"/>
                      </a:solidFill>
                      <a:prstDash val="solid"/>
                      <a:round/>
                      <a:headEnd type="none" w="sm" len="sm"/>
                      <a:tailEnd type="none" w="sm" len="sm"/>
                    </a:lnT>
                    <a:lnB w="38100" cap="flat" cmpd="sng">
                      <a:solidFill>
                        <a:srgbClr val="3D85C6"/>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r>
                        <a:rPr lang="fr" sz="1500" b="1">
                          <a:solidFill>
                            <a:schemeClr val="dk1"/>
                          </a:solidFill>
                        </a:rPr>
                        <a:t>Precision</a:t>
                      </a:r>
                      <a:endParaRPr sz="1500" b="1">
                        <a:solidFill>
                          <a:schemeClr val="dk1"/>
                        </a:solidFill>
                      </a:endParaRPr>
                    </a:p>
                  </a:txBody>
                  <a:tcPr marL="91425" marR="91425" marT="91425" marB="91425">
                    <a:lnL w="38100" cap="flat" cmpd="sng">
                      <a:solidFill>
                        <a:srgbClr val="3D85C6"/>
                      </a:solidFill>
                      <a:prstDash val="solid"/>
                      <a:round/>
                      <a:headEnd type="none" w="sm" len="sm"/>
                      <a:tailEnd type="none" w="sm" len="sm"/>
                    </a:lnL>
                    <a:lnR w="38100" cap="flat" cmpd="sng">
                      <a:solidFill>
                        <a:srgbClr val="3D85C6"/>
                      </a:solidFill>
                      <a:prstDash val="solid"/>
                      <a:round/>
                      <a:headEnd type="none" w="sm" len="sm"/>
                      <a:tailEnd type="none" w="sm" len="sm"/>
                    </a:lnR>
                    <a:lnT w="38100" cap="flat" cmpd="sng">
                      <a:solidFill>
                        <a:srgbClr val="3D85C6"/>
                      </a:solidFill>
                      <a:prstDash val="solid"/>
                      <a:round/>
                      <a:headEnd type="none" w="sm" len="sm"/>
                      <a:tailEnd type="none" w="sm" len="sm"/>
                    </a:lnT>
                    <a:lnB w="38100" cap="flat" cmpd="sng">
                      <a:solidFill>
                        <a:srgbClr val="3D85C6"/>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r>
                        <a:rPr lang="fr" sz="1500" b="1">
                          <a:solidFill>
                            <a:schemeClr val="dk1"/>
                          </a:solidFill>
                        </a:rPr>
                        <a:t>Recall</a:t>
                      </a:r>
                      <a:endParaRPr sz="1500" b="1">
                        <a:solidFill>
                          <a:schemeClr val="dk1"/>
                        </a:solidFill>
                      </a:endParaRPr>
                    </a:p>
                  </a:txBody>
                  <a:tcPr marL="91425" marR="91425" marT="91425" marB="91425">
                    <a:lnL w="38100" cap="flat" cmpd="sng">
                      <a:solidFill>
                        <a:srgbClr val="3D85C6"/>
                      </a:solidFill>
                      <a:prstDash val="solid"/>
                      <a:round/>
                      <a:headEnd type="none" w="sm" len="sm"/>
                      <a:tailEnd type="none" w="sm" len="sm"/>
                    </a:lnL>
                    <a:lnR w="38100" cap="flat" cmpd="sng">
                      <a:solidFill>
                        <a:srgbClr val="3D85C6"/>
                      </a:solidFill>
                      <a:prstDash val="solid"/>
                      <a:round/>
                      <a:headEnd type="none" w="sm" len="sm"/>
                      <a:tailEnd type="none" w="sm" len="sm"/>
                    </a:lnR>
                    <a:lnT w="38100" cap="flat" cmpd="sng">
                      <a:solidFill>
                        <a:srgbClr val="3D85C6"/>
                      </a:solidFill>
                      <a:prstDash val="solid"/>
                      <a:round/>
                      <a:headEnd type="none" w="sm" len="sm"/>
                      <a:tailEnd type="none" w="sm" len="sm"/>
                    </a:lnT>
                    <a:lnB w="38100" cap="flat" cmpd="sng">
                      <a:solidFill>
                        <a:srgbClr val="3D85C6"/>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r>
                        <a:rPr lang="fr" sz="1500" b="1">
                          <a:solidFill>
                            <a:schemeClr val="dk1"/>
                          </a:solidFill>
                        </a:rPr>
                        <a:t> F1 Score</a:t>
                      </a:r>
                      <a:endParaRPr sz="1500" b="1">
                        <a:solidFill>
                          <a:schemeClr val="dk1"/>
                        </a:solidFill>
                      </a:endParaRPr>
                    </a:p>
                  </a:txBody>
                  <a:tcPr marL="91425" marR="91425" marT="91425" marB="91425">
                    <a:lnL w="38100" cap="flat" cmpd="sng">
                      <a:solidFill>
                        <a:srgbClr val="3D85C6"/>
                      </a:solidFill>
                      <a:prstDash val="solid"/>
                      <a:round/>
                      <a:headEnd type="none" w="sm" len="sm"/>
                      <a:tailEnd type="none" w="sm" len="sm"/>
                    </a:lnL>
                    <a:lnR w="38100" cap="flat" cmpd="sng">
                      <a:solidFill>
                        <a:srgbClr val="3D85C6"/>
                      </a:solidFill>
                      <a:prstDash val="solid"/>
                      <a:round/>
                      <a:headEnd type="none" w="sm" len="sm"/>
                      <a:tailEnd type="none" w="sm" len="sm"/>
                    </a:lnR>
                    <a:lnT w="38100" cap="flat" cmpd="sng">
                      <a:solidFill>
                        <a:srgbClr val="3D85C6"/>
                      </a:solidFill>
                      <a:prstDash val="solid"/>
                      <a:round/>
                      <a:headEnd type="none" w="sm" len="sm"/>
                      <a:tailEnd type="none" w="sm" len="sm"/>
                    </a:lnT>
                    <a:lnB w="38100" cap="flat" cmpd="sng">
                      <a:solidFill>
                        <a:srgbClr val="3D85C6"/>
                      </a:solidFill>
                      <a:prstDash val="solid"/>
                      <a:round/>
                      <a:headEnd type="none" w="sm" len="sm"/>
                      <a:tailEnd type="none" w="sm" len="sm"/>
                    </a:lnB>
                    <a:solidFill>
                      <a:schemeClr val="dk2"/>
                    </a:solidFill>
                  </a:tcPr>
                </a:tc>
                <a:extLst>
                  <a:ext uri="{0D108BD9-81ED-4DB2-BD59-A6C34878D82A}">
                    <a16:rowId xmlns:a16="http://schemas.microsoft.com/office/drawing/2014/main" val="10000"/>
                  </a:ext>
                </a:extLst>
              </a:tr>
              <a:tr h="525250">
                <a:tc>
                  <a:txBody>
                    <a:bodyPr/>
                    <a:lstStyle/>
                    <a:p>
                      <a:pPr marL="0" lvl="0" indent="0" algn="ctr" rtl="0">
                        <a:spcBef>
                          <a:spcPts val="0"/>
                        </a:spcBef>
                        <a:spcAft>
                          <a:spcPts val="0"/>
                        </a:spcAft>
                        <a:buNone/>
                      </a:pPr>
                      <a:r>
                        <a:rPr lang="fr"/>
                        <a:t>Random Forest</a:t>
                      </a:r>
                      <a:endParaRPr/>
                    </a:p>
                  </a:txBody>
                  <a:tcPr marL="91425" marR="91425" marT="91425" marB="91425">
                    <a:lnT w="38100" cap="flat" cmpd="sng">
                      <a:solidFill>
                        <a:srgbClr val="3D85C6"/>
                      </a:solidFill>
                      <a:prstDash val="solid"/>
                      <a:round/>
                      <a:headEnd type="none" w="sm" len="sm"/>
                      <a:tailEnd type="none" w="sm" len="sm"/>
                    </a:lnT>
                  </a:tcPr>
                </a:tc>
                <a:tc>
                  <a:txBody>
                    <a:bodyPr/>
                    <a:lstStyle/>
                    <a:p>
                      <a:pPr marL="0" lvl="0" indent="0" algn="ctr" rtl="0">
                        <a:spcBef>
                          <a:spcPts val="0"/>
                        </a:spcBef>
                        <a:spcAft>
                          <a:spcPts val="0"/>
                        </a:spcAft>
                        <a:buNone/>
                      </a:pPr>
                      <a:r>
                        <a:rPr lang="fr"/>
                        <a:t>0.71</a:t>
                      </a:r>
                      <a:endParaRPr/>
                    </a:p>
                  </a:txBody>
                  <a:tcPr marL="91425" marR="91425" marT="91425" marB="91425">
                    <a:lnT w="38100" cap="flat" cmpd="sng">
                      <a:solidFill>
                        <a:srgbClr val="3D85C6"/>
                      </a:solidFill>
                      <a:prstDash val="solid"/>
                      <a:round/>
                      <a:headEnd type="none" w="sm" len="sm"/>
                      <a:tailEnd type="none" w="sm" len="sm"/>
                    </a:lnT>
                  </a:tcPr>
                </a:tc>
                <a:tc>
                  <a:txBody>
                    <a:bodyPr/>
                    <a:lstStyle/>
                    <a:p>
                      <a:pPr marL="0" lvl="0" indent="0" algn="ctr" rtl="0">
                        <a:spcBef>
                          <a:spcPts val="0"/>
                        </a:spcBef>
                        <a:spcAft>
                          <a:spcPts val="0"/>
                        </a:spcAft>
                        <a:buNone/>
                      </a:pPr>
                      <a:r>
                        <a:rPr lang="fr"/>
                        <a:t>0.69</a:t>
                      </a:r>
                      <a:endParaRPr/>
                    </a:p>
                  </a:txBody>
                  <a:tcPr marL="91425" marR="91425" marT="91425" marB="91425">
                    <a:lnT w="38100" cap="flat" cmpd="sng">
                      <a:solidFill>
                        <a:srgbClr val="3D85C6"/>
                      </a:solidFill>
                      <a:prstDash val="solid"/>
                      <a:round/>
                      <a:headEnd type="none" w="sm" len="sm"/>
                      <a:tailEnd type="none" w="sm" len="sm"/>
                    </a:lnT>
                  </a:tcPr>
                </a:tc>
                <a:tc>
                  <a:txBody>
                    <a:bodyPr/>
                    <a:lstStyle/>
                    <a:p>
                      <a:pPr marL="0" lvl="0" indent="0" algn="ctr" rtl="0">
                        <a:spcBef>
                          <a:spcPts val="0"/>
                        </a:spcBef>
                        <a:spcAft>
                          <a:spcPts val="0"/>
                        </a:spcAft>
                        <a:buNone/>
                      </a:pPr>
                      <a:r>
                        <a:rPr lang="fr"/>
                        <a:t>0.69</a:t>
                      </a:r>
                      <a:endParaRPr/>
                    </a:p>
                  </a:txBody>
                  <a:tcPr marL="91425" marR="91425" marT="91425" marB="91425">
                    <a:lnT w="38100" cap="flat" cmpd="sng">
                      <a:solidFill>
                        <a:srgbClr val="3D85C6"/>
                      </a:solidFill>
                      <a:prstDash val="solid"/>
                      <a:round/>
                      <a:headEnd type="none" w="sm" len="sm"/>
                      <a:tailEnd type="none" w="sm" len="sm"/>
                    </a:lnT>
                  </a:tcPr>
                </a:tc>
                <a:tc>
                  <a:txBody>
                    <a:bodyPr/>
                    <a:lstStyle/>
                    <a:p>
                      <a:pPr marL="0" lvl="0" indent="0" algn="ctr" rtl="0">
                        <a:spcBef>
                          <a:spcPts val="0"/>
                        </a:spcBef>
                        <a:spcAft>
                          <a:spcPts val="0"/>
                        </a:spcAft>
                        <a:buNone/>
                      </a:pPr>
                      <a:r>
                        <a:rPr lang="fr"/>
                        <a:t>0.69</a:t>
                      </a:r>
                      <a:endParaRPr/>
                    </a:p>
                  </a:txBody>
                  <a:tcPr marL="91425" marR="91425" marT="91425" marB="91425">
                    <a:lnT w="38100" cap="flat" cmpd="sng">
                      <a:solidFill>
                        <a:srgbClr val="3D85C6"/>
                      </a:solidFill>
                      <a:prstDash val="solid"/>
                      <a:round/>
                      <a:headEnd type="none" w="sm" len="sm"/>
                      <a:tailEnd type="none" w="sm" len="sm"/>
                    </a:lnT>
                  </a:tcPr>
                </a:tc>
                <a:extLst>
                  <a:ext uri="{0D108BD9-81ED-4DB2-BD59-A6C34878D82A}">
                    <a16:rowId xmlns:a16="http://schemas.microsoft.com/office/drawing/2014/main" val="10001"/>
                  </a:ext>
                </a:extLst>
              </a:tr>
              <a:tr h="525250">
                <a:tc>
                  <a:txBody>
                    <a:bodyPr/>
                    <a:lstStyle/>
                    <a:p>
                      <a:pPr marL="0" lvl="0" indent="0" algn="ctr" rtl="0">
                        <a:spcBef>
                          <a:spcPts val="0"/>
                        </a:spcBef>
                        <a:spcAft>
                          <a:spcPts val="0"/>
                        </a:spcAft>
                        <a:buNone/>
                      </a:pPr>
                      <a:r>
                        <a:rPr lang="fr"/>
                        <a:t>XGBoost</a:t>
                      </a:r>
                      <a:endParaRPr/>
                    </a:p>
                  </a:txBody>
                  <a:tcPr marL="91425" marR="91425" marT="91425" marB="91425"/>
                </a:tc>
                <a:tc>
                  <a:txBody>
                    <a:bodyPr/>
                    <a:lstStyle/>
                    <a:p>
                      <a:pPr marL="0" lvl="0" indent="0" algn="ctr" rtl="0">
                        <a:spcBef>
                          <a:spcPts val="0"/>
                        </a:spcBef>
                        <a:spcAft>
                          <a:spcPts val="0"/>
                        </a:spcAft>
                        <a:buNone/>
                      </a:pPr>
                      <a:r>
                        <a:rPr lang="fr"/>
                        <a:t>0.70</a:t>
                      </a:r>
                      <a:endParaRPr/>
                    </a:p>
                  </a:txBody>
                  <a:tcPr marL="91425" marR="91425" marT="91425" marB="91425"/>
                </a:tc>
                <a:tc>
                  <a:txBody>
                    <a:bodyPr/>
                    <a:lstStyle/>
                    <a:p>
                      <a:pPr marL="0" lvl="0" indent="0" algn="ctr" rtl="0">
                        <a:spcBef>
                          <a:spcPts val="0"/>
                        </a:spcBef>
                        <a:spcAft>
                          <a:spcPts val="0"/>
                        </a:spcAft>
                        <a:buNone/>
                      </a:pPr>
                      <a:r>
                        <a:rPr lang="fr"/>
                        <a:t>0.73</a:t>
                      </a:r>
                      <a:endParaRPr/>
                    </a:p>
                  </a:txBody>
                  <a:tcPr marL="91425" marR="91425" marT="91425" marB="91425"/>
                </a:tc>
                <a:tc>
                  <a:txBody>
                    <a:bodyPr/>
                    <a:lstStyle/>
                    <a:p>
                      <a:pPr marL="0" lvl="0" indent="0" algn="ctr" rtl="0">
                        <a:spcBef>
                          <a:spcPts val="0"/>
                        </a:spcBef>
                        <a:spcAft>
                          <a:spcPts val="0"/>
                        </a:spcAft>
                        <a:buNone/>
                      </a:pPr>
                      <a:r>
                        <a:rPr lang="fr"/>
                        <a:t>0.59</a:t>
                      </a:r>
                      <a:endParaRPr/>
                    </a:p>
                  </a:txBody>
                  <a:tcPr marL="91425" marR="91425" marT="91425" marB="91425"/>
                </a:tc>
                <a:tc>
                  <a:txBody>
                    <a:bodyPr/>
                    <a:lstStyle/>
                    <a:p>
                      <a:pPr marL="0" lvl="0" indent="0" algn="ctr" rtl="0">
                        <a:spcBef>
                          <a:spcPts val="0"/>
                        </a:spcBef>
                        <a:spcAft>
                          <a:spcPts val="0"/>
                        </a:spcAft>
                        <a:buNone/>
                      </a:pPr>
                      <a:r>
                        <a:rPr lang="fr"/>
                        <a:t>0.65</a:t>
                      </a:r>
                      <a:endParaRPr/>
                    </a:p>
                  </a:txBody>
                  <a:tcPr marL="91425" marR="91425" marT="91425" marB="91425"/>
                </a:tc>
                <a:extLst>
                  <a:ext uri="{0D108BD9-81ED-4DB2-BD59-A6C34878D82A}">
                    <a16:rowId xmlns:a16="http://schemas.microsoft.com/office/drawing/2014/main" val="10002"/>
                  </a:ext>
                </a:extLst>
              </a:tr>
              <a:tr h="525250">
                <a:tc>
                  <a:txBody>
                    <a:bodyPr/>
                    <a:lstStyle/>
                    <a:p>
                      <a:pPr marL="0" lvl="0" indent="0" algn="ctr" rtl="0">
                        <a:spcBef>
                          <a:spcPts val="0"/>
                        </a:spcBef>
                        <a:spcAft>
                          <a:spcPts val="0"/>
                        </a:spcAft>
                        <a:buNone/>
                      </a:pPr>
                      <a:r>
                        <a:rPr lang="fr" b="1"/>
                        <a:t>Ensemble</a:t>
                      </a:r>
                      <a:endParaRPr b="1"/>
                    </a:p>
                  </a:txBody>
                  <a:tcPr marL="91425" marR="91425" marT="91425" marB="91425"/>
                </a:tc>
                <a:tc>
                  <a:txBody>
                    <a:bodyPr/>
                    <a:lstStyle/>
                    <a:p>
                      <a:pPr marL="0" lvl="0" indent="0" algn="ctr" rtl="0">
                        <a:spcBef>
                          <a:spcPts val="0"/>
                        </a:spcBef>
                        <a:spcAft>
                          <a:spcPts val="0"/>
                        </a:spcAft>
                        <a:buNone/>
                      </a:pPr>
                      <a:r>
                        <a:rPr lang="fr" b="1"/>
                        <a:t>0.71</a:t>
                      </a:r>
                      <a:endParaRPr b="1"/>
                    </a:p>
                  </a:txBody>
                  <a:tcPr marL="91425" marR="91425" marT="91425" marB="91425"/>
                </a:tc>
                <a:tc>
                  <a:txBody>
                    <a:bodyPr/>
                    <a:lstStyle/>
                    <a:p>
                      <a:pPr marL="0" lvl="0" indent="0" algn="ctr" rtl="0">
                        <a:spcBef>
                          <a:spcPts val="0"/>
                        </a:spcBef>
                        <a:spcAft>
                          <a:spcPts val="0"/>
                        </a:spcAft>
                        <a:buNone/>
                      </a:pPr>
                      <a:r>
                        <a:rPr lang="fr" b="1"/>
                        <a:t>0.69</a:t>
                      </a:r>
                      <a:endParaRPr b="1"/>
                    </a:p>
                  </a:txBody>
                  <a:tcPr marL="91425" marR="91425" marT="91425" marB="91425"/>
                </a:tc>
                <a:tc>
                  <a:txBody>
                    <a:bodyPr/>
                    <a:lstStyle/>
                    <a:p>
                      <a:pPr marL="0" lvl="0" indent="0" algn="ctr" rtl="0">
                        <a:spcBef>
                          <a:spcPts val="0"/>
                        </a:spcBef>
                        <a:spcAft>
                          <a:spcPts val="0"/>
                        </a:spcAft>
                        <a:buNone/>
                      </a:pPr>
                      <a:r>
                        <a:rPr lang="fr" b="1"/>
                        <a:t>0.69</a:t>
                      </a:r>
                      <a:endParaRPr b="1"/>
                    </a:p>
                  </a:txBody>
                  <a:tcPr marL="91425" marR="91425" marT="91425" marB="91425"/>
                </a:tc>
                <a:tc>
                  <a:txBody>
                    <a:bodyPr/>
                    <a:lstStyle/>
                    <a:p>
                      <a:pPr marL="0" lvl="0" indent="0" algn="ctr" rtl="0">
                        <a:spcBef>
                          <a:spcPts val="0"/>
                        </a:spcBef>
                        <a:spcAft>
                          <a:spcPts val="0"/>
                        </a:spcAft>
                        <a:buNone/>
                      </a:pPr>
                      <a:r>
                        <a:rPr lang="fr" b="1"/>
                        <a:t>0.69</a:t>
                      </a:r>
                      <a:endParaRPr b="1"/>
                    </a:p>
                  </a:txBody>
                  <a:tcPr marL="91425" marR="91425" marT="91425" marB="91425"/>
                </a:tc>
                <a:extLst>
                  <a:ext uri="{0D108BD9-81ED-4DB2-BD59-A6C34878D82A}">
                    <a16:rowId xmlns:a16="http://schemas.microsoft.com/office/drawing/2014/main" val="10003"/>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80"/>
        <p:cNvGrpSpPr/>
        <p:nvPr/>
      </p:nvGrpSpPr>
      <p:grpSpPr>
        <a:xfrm>
          <a:off x="0" y="0"/>
          <a:ext cx="0" cy="0"/>
          <a:chOff x="0" y="0"/>
          <a:chExt cx="0" cy="0"/>
        </a:xfrm>
      </p:grpSpPr>
      <p:sp>
        <p:nvSpPr>
          <p:cNvPr id="181" name="Google Shape;181;g3a068c46347_3_50"/>
          <p:cNvSpPr txBox="1">
            <a:spLocks noGrp="1"/>
          </p:cNvSpPr>
          <p:nvPr>
            <p:ph type="title" idx="4294967295"/>
          </p:nvPr>
        </p:nvSpPr>
        <p:spPr>
          <a:xfrm>
            <a:off x="1692675" y="65300"/>
            <a:ext cx="5462700" cy="5892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100"/>
              </a:spcBef>
              <a:spcAft>
                <a:spcPts val="0"/>
              </a:spcAft>
              <a:buSzPts val="3000"/>
              <a:buNone/>
            </a:pPr>
            <a:r>
              <a:rPr lang="fr" sz="2400" b="1">
                <a:solidFill>
                  <a:srgbClr val="1B2327"/>
                </a:solidFill>
                <a:latin typeface="Arial"/>
                <a:ea typeface="Arial"/>
                <a:cs typeface="Arial"/>
                <a:sym typeface="Arial"/>
              </a:rPr>
              <a:t>Evaluation &amp; Results (3) </a:t>
            </a:r>
            <a:endParaRPr sz="2400" b="1">
              <a:solidFill>
                <a:srgbClr val="1B2327"/>
              </a:solidFill>
              <a:latin typeface="Arial"/>
              <a:ea typeface="Arial"/>
              <a:cs typeface="Arial"/>
              <a:sym typeface="Arial"/>
            </a:endParaRPr>
          </a:p>
          <a:p>
            <a:pPr marL="0" lvl="0" indent="0" algn="ctr" rtl="0">
              <a:lnSpc>
                <a:spcPct val="100000"/>
              </a:lnSpc>
              <a:spcBef>
                <a:spcPts val="100"/>
              </a:spcBef>
              <a:spcAft>
                <a:spcPts val="0"/>
              </a:spcAft>
              <a:buSzPts val="3000"/>
              <a:buNone/>
            </a:pPr>
            <a:r>
              <a:rPr lang="fr" sz="1800" b="1" i="1">
                <a:solidFill>
                  <a:srgbClr val="1B2327"/>
                </a:solidFill>
                <a:latin typeface="Arial"/>
                <a:ea typeface="Arial"/>
                <a:cs typeface="Arial"/>
                <a:sym typeface="Arial"/>
              </a:rPr>
              <a:t>Confusion Matrix</a:t>
            </a:r>
            <a:endParaRPr sz="1800" b="1" i="1">
              <a:solidFill>
                <a:srgbClr val="1B2327"/>
              </a:solidFill>
              <a:latin typeface="Arial"/>
              <a:ea typeface="Arial"/>
              <a:cs typeface="Arial"/>
              <a:sym typeface="Arial"/>
            </a:endParaRPr>
          </a:p>
        </p:txBody>
      </p:sp>
      <p:pic>
        <p:nvPicPr>
          <p:cNvPr id="182" name="Google Shape;182;g3a068c46347_3_50"/>
          <p:cNvPicPr preferRelativeResize="0"/>
          <p:nvPr/>
        </p:nvPicPr>
        <p:blipFill>
          <a:blip r:embed="rId3">
            <a:alphaModFix/>
          </a:blip>
          <a:stretch>
            <a:fillRect/>
          </a:stretch>
        </p:blipFill>
        <p:spPr>
          <a:xfrm>
            <a:off x="152400" y="966675"/>
            <a:ext cx="8839202" cy="3382275"/>
          </a:xfrm>
          <a:prstGeom prst="rect">
            <a:avLst/>
          </a:prstGeom>
          <a:noFill/>
          <a:ln w="38100" cap="flat" cmpd="sng">
            <a:solidFill>
              <a:srgbClr val="1B2327"/>
            </a:solidFill>
            <a:prstDash val="solid"/>
            <a:round/>
            <a:headEnd type="none" w="sm" len="sm"/>
            <a:tailEnd type="none" w="sm" len="sm"/>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86"/>
        <p:cNvGrpSpPr/>
        <p:nvPr/>
      </p:nvGrpSpPr>
      <p:grpSpPr>
        <a:xfrm>
          <a:off x="0" y="0"/>
          <a:ext cx="0" cy="0"/>
          <a:chOff x="0" y="0"/>
          <a:chExt cx="0" cy="0"/>
        </a:xfrm>
      </p:grpSpPr>
      <p:sp>
        <p:nvSpPr>
          <p:cNvPr id="187" name="Google Shape;187;p11"/>
          <p:cNvSpPr txBox="1">
            <a:spLocks noGrp="1"/>
          </p:cNvSpPr>
          <p:nvPr>
            <p:ph type="title" idx="4294967295"/>
          </p:nvPr>
        </p:nvSpPr>
        <p:spPr>
          <a:xfrm>
            <a:off x="1840650" y="65300"/>
            <a:ext cx="5462700" cy="8808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1000"/>
              </a:spcBef>
              <a:spcAft>
                <a:spcPts val="1000"/>
              </a:spcAft>
              <a:buSzPts val="3000"/>
              <a:buNone/>
            </a:pPr>
            <a:r>
              <a:rPr lang="fr" sz="2400" b="1">
                <a:solidFill>
                  <a:srgbClr val="1B2327"/>
                </a:solidFill>
                <a:latin typeface="Arial"/>
                <a:ea typeface="Arial"/>
                <a:cs typeface="Arial"/>
                <a:sym typeface="Arial"/>
              </a:rPr>
              <a:t>Prediction on October 2025</a:t>
            </a:r>
            <a:endParaRPr sz="1800" b="1">
              <a:solidFill>
                <a:srgbClr val="1B2327"/>
              </a:solidFill>
              <a:latin typeface="Arial"/>
              <a:ea typeface="Arial"/>
              <a:cs typeface="Arial"/>
              <a:sym typeface="Arial"/>
            </a:endParaRPr>
          </a:p>
        </p:txBody>
      </p:sp>
      <p:pic>
        <p:nvPicPr>
          <p:cNvPr id="188" name="Google Shape;188;p11"/>
          <p:cNvPicPr preferRelativeResize="0"/>
          <p:nvPr/>
        </p:nvPicPr>
        <p:blipFill>
          <a:blip r:embed="rId3">
            <a:alphaModFix/>
          </a:blip>
          <a:stretch>
            <a:fillRect/>
          </a:stretch>
        </p:blipFill>
        <p:spPr>
          <a:xfrm>
            <a:off x="550900" y="832200"/>
            <a:ext cx="8273201" cy="40395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92"/>
        <p:cNvGrpSpPr/>
        <p:nvPr/>
      </p:nvGrpSpPr>
      <p:grpSpPr>
        <a:xfrm>
          <a:off x="0" y="0"/>
          <a:ext cx="0" cy="0"/>
          <a:chOff x="0" y="0"/>
          <a:chExt cx="0" cy="0"/>
        </a:xfrm>
      </p:grpSpPr>
      <p:pic>
        <p:nvPicPr>
          <p:cNvPr id="193" name="Google Shape;193;g3a04b84dd63_0_59"/>
          <p:cNvPicPr preferRelativeResize="0"/>
          <p:nvPr/>
        </p:nvPicPr>
        <p:blipFill>
          <a:blip r:embed="rId3">
            <a:alphaModFix/>
          </a:blip>
          <a:stretch>
            <a:fillRect/>
          </a:stretch>
        </p:blipFill>
        <p:spPr>
          <a:xfrm>
            <a:off x="0" y="717258"/>
            <a:ext cx="9144000" cy="3578517"/>
          </a:xfrm>
          <a:prstGeom prst="rect">
            <a:avLst/>
          </a:prstGeom>
          <a:noFill/>
          <a:ln>
            <a:noFill/>
          </a:ln>
        </p:spPr>
      </p:pic>
      <p:sp>
        <p:nvSpPr>
          <p:cNvPr id="194" name="Google Shape;194;g3a04b84dd63_0_59"/>
          <p:cNvSpPr txBox="1"/>
          <p:nvPr/>
        </p:nvSpPr>
        <p:spPr>
          <a:xfrm>
            <a:off x="467600" y="4295775"/>
            <a:ext cx="8281200" cy="663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fr" sz="1800" dirty="0">
                <a:latin typeface="Average"/>
                <a:ea typeface="Average"/>
                <a:cs typeface="Average"/>
                <a:sym typeface="Average"/>
              </a:rPr>
              <a:t>Five-tier risk stratification for October 2025. Critical tier (5% of areas) represents highest-priority targets for immediate fire prevention intervention.</a:t>
            </a:r>
            <a:endParaRPr sz="1800" dirty="0">
              <a:latin typeface="Average"/>
              <a:ea typeface="Average"/>
              <a:cs typeface="Average"/>
              <a:sym typeface="Average"/>
            </a:endParaRPr>
          </a:p>
        </p:txBody>
      </p:sp>
      <p:sp>
        <p:nvSpPr>
          <p:cNvPr id="195" name="Google Shape;195;g3a04b84dd63_0_59"/>
          <p:cNvSpPr txBox="1">
            <a:spLocks noGrp="1"/>
          </p:cNvSpPr>
          <p:nvPr>
            <p:ph type="title" idx="4294967295"/>
          </p:nvPr>
        </p:nvSpPr>
        <p:spPr>
          <a:xfrm>
            <a:off x="1840650" y="65300"/>
            <a:ext cx="5462700" cy="8808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1000"/>
              </a:spcBef>
              <a:spcAft>
                <a:spcPts val="1000"/>
              </a:spcAft>
              <a:buSzPts val="3000"/>
              <a:buNone/>
            </a:pPr>
            <a:r>
              <a:rPr lang="fr" sz="2400" b="1" dirty="0">
                <a:solidFill>
                  <a:srgbClr val="1B2327"/>
                </a:solidFill>
                <a:latin typeface="Arial"/>
                <a:ea typeface="Arial"/>
                <a:cs typeface="Arial"/>
                <a:sym typeface="Arial"/>
              </a:rPr>
              <a:t>Prediction on October 2025</a:t>
            </a:r>
            <a:endParaRPr sz="1800" b="1" dirty="0">
              <a:solidFill>
                <a:srgbClr val="1B2327"/>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99"/>
        <p:cNvGrpSpPr/>
        <p:nvPr/>
      </p:nvGrpSpPr>
      <p:grpSpPr>
        <a:xfrm>
          <a:off x="0" y="0"/>
          <a:ext cx="0" cy="0"/>
          <a:chOff x="0" y="0"/>
          <a:chExt cx="0" cy="0"/>
        </a:xfrm>
      </p:grpSpPr>
      <p:sp>
        <p:nvSpPr>
          <p:cNvPr id="200" name="Google Shape;200;g3a04b84dd63_0_66"/>
          <p:cNvSpPr txBox="1">
            <a:spLocks noGrp="1"/>
          </p:cNvSpPr>
          <p:nvPr>
            <p:ph type="title" idx="4294967295"/>
          </p:nvPr>
        </p:nvSpPr>
        <p:spPr>
          <a:xfrm>
            <a:off x="1692675" y="65300"/>
            <a:ext cx="5462700" cy="5388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000"/>
              <a:buNone/>
            </a:pPr>
            <a:r>
              <a:rPr lang="fr" sz="3200" b="1" dirty="0">
                <a:solidFill>
                  <a:srgbClr val="1B2327"/>
                </a:solidFill>
                <a:latin typeface="Arial"/>
                <a:ea typeface="Arial"/>
                <a:cs typeface="Arial"/>
                <a:sym typeface="Arial"/>
              </a:rPr>
              <a:t>Recommendations (1)</a:t>
            </a:r>
            <a:endParaRPr sz="3200" b="1" dirty="0">
              <a:solidFill>
                <a:srgbClr val="1B2327"/>
              </a:solidFill>
              <a:latin typeface="Arial"/>
              <a:ea typeface="Arial"/>
              <a:cs typeface="Arial"/>
              <a:sym typeface="Arial"/>
            </a:endParaRPr>
          </a:p>
        </p:txBody>
      </p:sp>
      <p:sp>
        <p:nvSpPr>
          <p:cNvPr id="201" name="Google Shape;201;g3a04b84dd63_0_66"/>
          <p:cNvSpPr txBox="1">
            <a:spLocks noGrp="1"/>
          </p:cNvSpPr>
          <p:nvPr>
            <p:ph type="body" idx="4294967295"/>
          </p:nvPr>
        </p:nvSpPr>
        <p:spPr>
          <a:xfrm>
            <a:off x="95825" y="1147050"/>
            <a:ext cx="3572400" cy="2849400"/>
          </a:xfrm>
          <a:prstGeom prst="rect">
            <a:avLst/>
          </a:prstGeom>
          <a:noFill/>
          <a:ln>
            <a:noFill/>
          </a:ln>
        </p:spPr>
        <p:txBody>
          <a:bodyPr spcFirstLastPara="1" wrap="square" lIns="91425" tIns="91425" rIns="91425" bIns="91425" anchor="t" anchorCtr="0">
            <a:noAutofit/>
          </a:bodyPr>
          <a:lstStyle/>
          <a:p>
            <a:pPr marL="457200" lvl="0" indent="-381000" algn="l" rtl="0">
              <a:spcBef>
                <a:spcPts val="1200"/>
              </a:spcBef>
              <a:spcAft>
                <a:spcPts val="0"/>
              </a:spcAft>
              <a:buClr>
                <a:srgbClr val="000000"/>
              </a:buClr>
              <a:buSzPts val="2400"/>
              <a:buFont typeface="Arial"/>
              <a:buChar char="•"/>
            </a:pPr>
            <a:r>
              <a:rPr lang="fr" sz="2400" b="1" dirty="0">
                <a:solidFill>
                  <a:srgbClr val="000000"/>
                </a:solidFill>
                <a:latin typeface="Arial"/>
                <a:ea typeface="Arial"/>
                <a:cs typeface="Arial"/>
                <a:sym typeface="Arial"/>
              </a:rPr>
              <a:t>Dynamic inspection prioritization:</a:t>
            </a:r>
            <a:r>
              <a:rPr lang="fr" sz="2400" dirty="0">
                <a:solidFill>
                  <a:srgbClr val="000000"/>
                </a:solidFill>
                <a:latin typeface="Arial"/>
                <a:ea typeface="Arial"/>
                <a:cs typeface="Arial"/>
                <a:sym typeface="Arial"/>
              </a:rPr>
              <a:t> </a:t>
            </a:r>
            <a:r>
              <a:rPr lang="fr" sz="2000" dirty="0">
                <a:solidFill>
                  <a:srgbClr val="000000"/>
                </a:solidFill>
                <a:latin typeface="Arial"/>
                <a:ea typeface="Arial"/>
                <a:cs typeface="Arial"/>
                <a:sym typeface="Arial"/>
              </a:rPr>
              <a:t>Schedule more frequent inspections in high-risk areas; update priority zones monthly/quarterly with new data.</a:t>
            </a:r>
            <a:endParaRPr sz="2400" dirty="0">
              <a:solidFill>
                <a:srgbClr val="1B2327"/>
              </a:solidFill>
              <a:latin typeface="Arial"/>
              <a:ea typeface="Arial"/>
              <a:cs typeface="Arial"/>
              <a:sym typeface="Arial"/>
            </a:endParaRPr>
          </a:p>
        </p:txBody>
      </p:sp>
      <p:pic>
        <p:nvPicPr>
          <p:cNvPr id="202" name="Google Shape;202;g3a04b84dd63_0_66" title="Image20251104192432.png"/>
          <p:cNvPicPr preferRelativeResize="0"/>
          <p:nvPr/>
        </p:nvPicPr>
        <p:blipFill>
          <a:blip r:embed="rId3">
            <a:alphaModFix/>
          </a:blip>
          <a:stretch>
            <a:fillRect/>
          </a:stretch>
        </p:blipFill>
        <p:spPr>
          <a:xfrm>
            <a:off x="3607800" y="943050"/>
            <a:ext cx="5379702" cy="3131125"/>
          </a:xfrm>
          <a:prstGeom prst="rect">
            <a:avLst/>
          </a:prstGeom>
          <a:noFill/>
          <a:ln>
            <a:noFill/>
          </a:ln>
        </p:spPr>
      </p:pic>
      <p:sp>
        <p:nvSpPr>
          <p:cNvPr id="203" name="Google Shape;203;g3a04b84dd63_0_66"/>
          <p:cNvSpPr txBox="1">
            <a:spLocks noGrp="1"/>
          </p:cNvSpPr>
          <p:nvPr>
            <p:ph type="title" idx="4294967295"/>
          </p:nvPr>
        </p:nvSpPr>
        <p:spPr>
          <a:xfrm>
            <a:off x="3829550" y="4148975"/>
            <a:ext cx="4762800" cy="5388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4200"/>
              <a:buNone/>
            </a:pPr>
            <a:r>
              <a:rPr lang="fr" sz="1200" b="1" i="1" u="sng">
                <a:solidFill>
                  <a:schemeClr val="lt1"/>
                </a:solidFill>
                <a:latin typeface="Arial"/>
                <a:ea typeface="Arial"/>
                <a:cs typeface="Arial"/>
                <a:sym typeface="Arial"/>
              </a:rPr>
              <a:t>High Risk and Critical Areas or October 2025 (Prediction)</a:t>
            </a:r>
            <a:endParaRPr sz="1200" b="1" i="1" u="sng">
              <a:solidFill>
                <a:schemeClr val="lt1"/>
              </a:solidFill>
              <a:latin typeface="Arial"/>
              <a:ea typeface="Arial"/>
              <a:cs typeface="Arial"/>
              <a:sym typeface="Arial"/>
            </a:endParaRPr>
          </a:p>
          <a:p>
            <a:pPr marL="0" lvl="0" indent="0" algn="ctr" rtl="0">
              <a:lnSpc>
                <a:spcPct val="100000"/>
              </a:lnSpc>
              <a:spcBef>
                <a:spcPts val="0"/>
              </a:spcBef>
              <a:spcAft>
                <a:spcPts val="0"/>
              </a:spcAft>
              <a:buSzPts val="4200"/>
              <a:buNone/>
            </a:pPr>
            <a:endParaRPr sz="1200" b="1" i="1" u="sng">
              <a:solidFill>
                <a:schemeClr val="lt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207"/>
        <p:cNvGrpSpPr/>
        <p:nvPr/>
      </p:nvGrpSpPr>
      <p:grpSpPr>
        <a:xfrm>
          <a:off x="0" y="0"/>
          <a:ext cx="0" cy="0"/>
          <a:chOff x="0" y="0"/>
          <a:chExt cx="0" cy="0"/>
        </a:xfrm>
      </p:grpSpPr>
      <p:sp>
        <p:nvSpPr>
          <p:cNvPr id="208" name="Google Shape;208;g3a068c46347_2_10"/>
          <p:cNvSpPr txBox="1">
            <a:spLocks noGrp="1"/>
          </p:cNvSpPr>
          <p:nvPr>
            <p:ph type="title" idx="4294967295"/>
          </p:nvPr>
        </p:nvSpPr>
        <p:spPr>
          <a:xfrm>
            <a:off x="1692675" y="65300"/>
            <a:ext cx="5462700" cy="538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SzPts val="3000"/>
              <a:buNone/>
            </a:pPr>
            <a:r>
              <a:rPr lang="fr" sz="3200" b="1" dirty="0">
                <a:solidFill>
                  <a:srgbClr val="1B2327"/>
                </a:solidFill>
                <a:latin typeface="Arial"/>
                <a:ea typeface="Arial"/>
                <a:cs typeface="Arial"/>
                <a:sym typeface="Arial"/>
              </a:rPr>
              <a:t>Recommendations (2)</a:t>
            </a:r>
            <a:endParaRPr sz="2400" b="1" dirty="0">
              <a:solidFill>
                <a:srgbClr val="1B2327"/>
              </a:solidFill>
              <a:latin typeface="Arial"/>
              <a:ea typeface="Arial"/>
              <a:cs typeface="Arial"/>
              <a:sym typeface="Arial"/>
            </a:endParaRPr>
          </a:p>
        </p:txBody>
      </p:sp>
      <p:sp>
        <p:nvSpPr>
          <p:cNvPr id="209" name="Google Shape;209;g3a068c46347_2_10"/>
          <p:cNvSpPr txBox="1">
            <a:spLocks noGrp="1"/>
          </p:cNvSpPr>
          <p:nvPr>
            <p:ph type="body" idx="4294967295"/>
          </p:nvPr>
        </p:nvSpPr>
        <p:spPr>
          <a:xfrm>
            <a:off x="95825" y="1541950"/>
            <a:ext cx="3658800" cy="2345100"/>
          </a:xfrm>
          <a:prstGeom prst="rect">
            <a:avLst/>
          </a:prstGeom>
          <a:noFill/>
          <a:ln>
            <a:noFill/>
          </a:ln>
        </p:spPr>
        <p:txBody>
          <a:bodyPr spcFirstLastPara="1" wrap="square" lIns="91425" tIns="91425" rIns="91425" bIns="91425" anchor="t" anchorCtr="0">
            <a:noAutofit/>
          </a:bodyPr>
          <a:lstStyle/>
          <a:p>
            <a:pPr marL="457200" lvl="0" indent="-381000" algn="l" rtl="0">
              <a:spcBef>
                <a:spcPts val="1200"/>
              </a:spcBef>
              <a:spcAft>
                <a:spcPts val="0"/>
              </a:spcAft>
              <a:buClr>
                <a:srgbClr val="000000"/>
              </a:buClr>
              <a:buSzPts val="2400"/>
              <a:buFont typeface="Arial"/>
              <a:buChar char="•"/>
            </a:pPr>
            <a:r>
              <a:rPr lang="fr" sz="2400" b="1" dirty="0">
                <a:solidFill>
                  <a:srgbClr val="000000"/>
                </a:solidFill>
                <a:latin typeface="Arial"/>
                <a:ea typeface="Arial"/>
                <a:cs typeface="Arial"/>
                <a:sym typeface="Arial"/>
              </a:rPr>
              <a:t>Model maintenance:</a:t>
            </a:r>
            <a:r>
              <a:rPr lang="fr" sz="2400" dirty="0">
                <a:solidFill>
                  <a:srgbClr val="000000"/>
                </a:solidFill>
                <a:latin typeface="Arial"/>
                <a:ea typeface="Arial"/>
                <a:cs typeface="Arial"/>
                <a:sym typeface="Arial"/>
              </a:rPr>
              <a:t> Set a regular retraining cycle with feature updates and performance checks.</a:t>
            </a:r>
            <a:endParaRPr sz="2400" dirty="0">
              <a:solidFill>
                <a:srgbClr val="1B2327"/>
              </a:solidFill>
              <a:latin typeface="Arial"/>
              <a:ea typeface="Arial"/>
              <a:cs typeface="Arial"/>
              <a:sym typeface="Arial"/>
            </a:endParaRPr>
          </a:p>
        </p:txBody>
      </p:sp>
      <p:pic>
        <p:nvPicPr>
          <p:cNvPr id="210" name="Google Shape;210;g3a068c46347_2_10" title="Image20251104192240.png"/>
          <p:cNvPicPr preferRelativeResize="0"/>
          <p:nvPr/>
        </p:nvPicPr>
        <p:blipFill rotWithShape="1">
          <a:blip r:embed="rId3">
            <a:alphaModFix/>
          </a:blip>
          <a:srcRect l="18360" t="12372"/>
          <a:stretch/>
        </p:blipFill>
        <p:spPr>
          <a:xfrm>
            <a:off x="4239850" y="809488"/>
            <a:ext cx="4755548" cy="3810024"/>
          </a:xfrm>
          <a:prstGeom prst="rect">
            <a:avLst/>
          </a:prstGeom>
          <a:noFill/>
          <a:ln>
            <a:noFill/>
          </a:ln>
        </p:spPr>
      </p:pic>
      <p:sp>
        <p:nvSpPr>
          <p:cNvPr id="211" name="Google Shape;211;g3a068c46347_2_10"/>
          <p:cNvSpPr txBox="1">
            <a:spLocks noGrp="1"/>
          </p:cNvSpPr>
          <p:nvPr>
            <p:ph type="title" idx="4294967295"/>
          </p:nvPr>
        </p:nvSpPr>
        <p:spPr>
          <a:xfrm>
            <a:off x="4357075" y="4619500"/>
            <a:ext cx="4410600" cy="3726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4200"/>
              <a:buNone/>
            </a:pPr>
            <a:r>
              <a:rPr lang="fr" sz="1200" b="1" i="1" u="sng" dirty="0">
                <a:solidFill>
                  <a:schemeClr val="lt1"/>
                </a:solidFill>
                <a:latin typeface="Arial"/>
                <a:ea typeface="Arial"/>
                <a:cs typeface="Arial"/>
                <a:sym typeface="Arial"/>
              </a:rPr>
              <a:t>TOP 10 High Risk Areas for October 2025 (predictions</a:t>
            </a:r>
            <a:endParaRPr sz="1200" b="1" i="1" u="sng" dirty="0">
              <a:solidFill>
                <a:schemeClr val="lt1"/>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215"/>
        <p:cNvGrpSpPr/>
        <p:nvPr/>
      </p:nvGrpSpPr>
      <p:grpSpPr>
        <a:xfrm>
          <a:off x="0" y="0"/>
          <a:ext cx="0" cy="0"/>
          <a:chOff x="0" y="0"/>
          <a:chExt cx="0" cy="0"/>
        </a:xfrm>
      </p:grpSpPr>
      <p:sp>
        <p:nvSpPr>
          <p:cNvPr id="216" name="Google Shape;216;g3a068c46347_2_1"/>
          <p:cNvSpPr txBox="1">
            <a:spLocks noGrp="1"/>
          </p:cNvSpPr>
          <p:nvPr>
            <p:ph type="title" idx="4294967295"/>
          </p:nvPr>
        </p:nvSpPr>
        <p:spPr>
          <a:xfrm>
            <a:off x="1692675" y="65300"/>
            <a:ext cx="5462700" cy="5388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000"/>
              <a:buNone/>
            </a:pPr>
            <a:r>
              <a:rPr lang="fr" sz="3200" b="1">
                <a:solidFill>
                  <a:srgbClr val="1B2327"/>
                </a:solidFill>
                <a:latin typeface="Arial"/>
                <a:ea typeface="Arial"/>
                <a:cs typeface="Arial"/>
                <a:sym typeface="Arial"/>
              </a:rPr>
              <a:t>Conclusion</a:t>
            </a:r>
            <a:endParaRPr sz="3200" b="1">
              <a:solidFill>
                <a:srgbClr val="1B2327"/>
              </a:solidFill>
              <a:latin typeface="Arial"/>
              <a:ea typeface="Arial"/>
              <a:cs typeface="Arial"/>
              <a:sym typeface="Arial"/>
            </a:endParaRPr>
          </a:p>
        </p:txBody>
      </p:sp>
      <p:sp>
        <p:nvSpPr>
          <p:cNvPr id="217" name="Google Shape;217;g3a068c46347_2_1"/>
          <p:cNvSpPr txBox="1"/>
          <p:nvPr/>
        </p:nvSpPr>
        <p:spPr>
          <a:xfrm>
            <a:off x="272650" y="1186975"/>
            <a:ext cx="8626500" cy="2862292"/>
          </a:xfrm>
          <a:prstGeom prst="rect">
            <a:avLst/>
          </a:prstGeom>
          <a:noFill/>
          <a:ln>
            <a:noFill/>
          </a:ln>
        </p:spPr>
        <p:txBody>
          <a:bodyPr spcFirstLastPara="1" wrap="square" lIns="91425" tIns="91425" rIns="91425" bIns="91425" anchor="t" anchorCtr="0">
            <a:spAutoFit/>
          </a:bodyPr>
          <a:lstStyle/>
          <a:p>
            <a:pPr marL="457200" lvl="0" indent="-381000" algn="just" rtl="0">
              <a:spcBef>
                <a:spcPts val="0"/>
              </a:spcBef>
              <a:spcAft>
                <a:spcPts val="0"/>
              </a:spcAft>
              <a:buClr>
                <a:schemeClr val="lt1"/>
              </a:buClr>
              <a:buSzPts val="2400"/>
              <a:buChar char="●"/>
            </a:pPr>
            <a:r>
              <a:rPr lang="fr" sz="2400" dirty="0">
                <a:solidFill>
                  <a:schemeClr val="lt1"/>
                </a:solidFill>
              </a:rPr>
              <a:t>We developed a machine learning framework for predicting fire risk in Montreal census tracts, achieving an F1 score of 0.68 through an ensemble of Random Forest and XGBoost models. </a:t>
            </a:r>
            <a:endParaRPr sz="2400" dirty="0">
              <a:solidFill>
                <a:schemeClr val="lt1"/>
              </a:solidFill>
            </a:endParaRPr>
          </a:p>
          <a:p>
            <a:pPr marL="0" lvl="0" indent="0" algn="just" rtl="0">
              <a:spcBef>
                <a:spcPts val="0"/>
              </a:spcBef>
              <a:spcAft>
                <a:spcPts val="0"/>
              </a:spcAft>
              <a:buNone/>
            </a:pPr>
            <a:endParaRPr sz="600" dirty="0">
              <a:solidFill>
                <a:schemeClr val="lt1"/>
              </a:solidFill>
            </a:endParaRPr>
          </a:p>
          <a:p>
            <a:pPr marL="457200" lvl="0" indent="-381000" algn="just" rtl="0">
              <a:spcBef>
                <a:spcPts val="0"/>
              </a:spcBef>
              <a:spcAft>
                <a:spcPts val="0"/>
              </a:spcAft>
              <a:buClr>
                <a:schemeClr val="lt1"/>
              </a:buClr>
              <a:buSzPts val="2400"/>
              <a:buChar char="●"/>
            </a:pPr>
            <a:r>
              <a:rPr lang="fr" sz="2400" dirty="0">
                <a:solidFill>
                  <a:schemeClr val="lt1"/>
                </a:solidFill>
              </a:rPr>
              <a:t>The analysis reveals important findings about urban fire risk and demonstrates the potential for data-driven fire </a:t>
            </a:r>
            <a:r>
              <a:rPr lang="fr" sz="2400">
                <a:solidFill>
                  <a:schemeClr val="lt1"/>
                </a:solidFill>
              </a:rPr>
              <a:t>prevention resource</a:t>
            </a:r>
            <a:r>
              <a:rPr lang="fr" sz="2400" dirty="0">
                <a:solidFill>
                  <a:schemeClr val="lt1"/>
                </a:solidFill>
              </a:rPr>
              <a:t> </a:t>
            </a:r>
            <a:r>
              <a:rPr lang="fr" sz="2400">
                <a:solidFill>
                  <a:schemeClr val="lt1"/>
                </a:solidFill>
              </a:rPr>
              <a:t>allocation</a:t>
            </a:r>
            <a:r>
              <a:rPr lang="fr" sz="2400" dirty="0">
                <a:solidFill>
                  <a:schemeClr val="lt1"/>
                </a:solidFill>
              </a:rPr>
              <a:t>.</a:t>
            </a:r>
            <a:endParaRPr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221"/>
        <p:cNvGrpSpPr/>
        <p:nvPr/>
      </p:nvGrpSpPr>
      <p:grpSpPr>
        <a:xfrm>
          <a:off x="0" y="0"/>
          <a:ext cx="0" cy="0"/>
          <a:chOff x="0" y="0"/>
          <a:chExt cx="0" cy="0"/>
        </a:xfrm>
      </p:grpSpPr>
      <p:sp>
        <p:nvSpPr>
          <p:cNvPr id="222" name="Google Shape;222;p17"/>
          <p:cNvSpPr txBox="1">
            <a:spLocks noGrp="1"/>
          </p:cNvSpPr>
          <p:nvPr>
            <p:ph type="title"/>
          </p:nvPr>
        </p:nvSpPr>
        <p:spPr>
          <a:xfrm>
            <a:off x="671250" y="1670925"/>
            <a:ext cx="7852200" cy="16686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600"/>
              <a:buNone/>
            </a:pPr>
            <a:r>
              <a:rPr lang="fr" sz="4400">
                <a:solidFill>
                  <a:schemeClr val="lt1"/>
                </a:solidFill>
                <a:latin typeface="Arial"/>
                <a:ea typeface="Arial"/>
                <a:cs typeface="Arial"/>
                <a:sym typeface="Arial"/>
              </a:rPr>
              <a:t>Thank you very much!</a:t>
            </a:r>
            <a:endParaRPr sz="4400">
              <a:solidFill>
                <a:schemeClr val="lt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TotalTime>
  <Words>709</Words>
  <Application>Microsoft Office PowerPoint</Application>
  <PresentationFormat>On-screen Show (16:9)</PresentationFormat>
  <Paragraphs>133</Paragraphs>
  <Slides>21</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Average</vt:lpstr>
      <vt:lpstr>Calibri</vt:lpstr>
      <vt:lpstr>Arial</vt:lpstr>
      <vt:lpstr>Oswald</vt:lpstr>
      <vt:lpstr>Slate</vt:lpstr>
      <vt:lpstr>PowerPoint Presentation</vt:lpstr>
      <vt:lpstr>TEAM 3</vt:lpstr>
      <vt:lpstr>Outlines</vt:lpstr>
      <vt:lpstr>Montreal has experienced costly urban fire incidents concentrated in specific neighborhoods and seasons, stretching prevention resources and exposing gaps in reactive, routine inspections.  This project was launched to shift from reactive response to proactive risk forecasting, guiding monthly hotspot inspections, outreach, and resource planning.</vt:lpstr>
      <vt:lpstr>PowerPoint Presentation</vt:lpstr>
      <vt:lpstr>PowerPoint Presentation</vt:lpstr>
      <vt:lpstr>PowerPoint Presentation</vt:lpstr>
      <vt:lpstr>PowerPoint Presentation</vt:lpstr>
      <vt:lpstr>Target Variable  (What We’re Predicting)</vt:lpstr>
      <vt:lpstr>Features Identification  and Creation  (What Matters Most and What We Built)</vt:lpstr>
      <vt:lpstr>Models Explored </vt:lpstr>
      <vt:lpstr>Rolling Origin Evaluation (ROE)</vt:lpstr>
      <vt:lpstr>Evaluation &amp; Results (1) </vt:lpstr>
      <vt:lpstr>The model demonstrates strong temporal stability, maintaining consistent F1 scores (0.55-0.77) across the 37-month evaluation period. </vt:lpstr>
      <vt:lpstr>Evaluation &amp; Results (3)  Confusion Matrix</vt:lpstr>
      <vt:lpstr>Prediction on October 2025</vt:lpstr>
      <vt:lpstr>Prediction on October 2025</vt:lpstr>
      <vt:lpstr>Recommendations (1)</vt:lpstr>
      <vt:lpstr>Recommendations (2)</vt:lpstr>
      <vt:lpstr>Conclusion</vt:lpstr>
      <vt:lpstr>Thank you very much!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Osama Elhamy Adly Wanis</cp:lastModifiedBy>
  <cp:revision>4</cp:revision>
  <dcterms:modified xsi:type="dcterms:W3CDTF">2025-11-05T05:48:29Z</dcterms:modified>
</cp:coreProperties>
</file>